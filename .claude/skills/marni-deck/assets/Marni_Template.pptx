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3" d="100"/>
          <a:sy n="133" d="100"/>
        </p:scale>
        <p:origin x="90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ad2094247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ad209424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c217c4db28_0_2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c217c4db28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c217c4db28_0_1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c217c4db28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c217c4db28_0_1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c217c4db28_0_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c217c4db28_0_2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c217c4db28_0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c217c4db28_0_2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c217c4db28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c217c4db28_0_2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c217c4db28_0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c217c4db28_0_2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c217c4db28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c217c4db28_0_2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c217c4db28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c217c4db28_0_2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c217c4db28_0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Page" type="title">
  <p:cSld name="TITLE">
    <p:bg>
      <p:bgPr>
        <a:solidFill>
          <a:srgbClr val="F5EBE1"/>
        </a:solidFill>
        <a:effectLst/>
      </p:bgPr>
    </p:bg>
    <p:spTree>
      <p:nvGrpSpPr>
        <p:cNvPr id="1" name="Shape 12"/>
        <p:cNvGrpSpPr/>
        <p:nvPr/>
      </p:nvGrpSpPr>
      <p:grpSpPr>
        <a:xfrm>
          <a:off x="0" y="0"/>
          <a:ext cx="0" cy="0"/>
          <a:chOff x="0" y="0"/>
          <a:chExt cx="0" cy="0"/>
        </a:xfrm>
      </p:grpSpPr>
      <p:pic>
        <p:nvPicPr>
          <p:cNvPr id="13" name="Google Shape;13;p2" title="1.jpg"/>
          <p:cNvPicPr preferRelativeResize="0"/>
          <p:nvPr/>
        </p:nvPicPr>
        <p:blipFill rotWithShape="1">
          <a:blip r:embed="rId2">
            <a:alphaModFix/>
          </a:blip>
          <a:srcRect/>
          <a:stretch/>
        </p:blipFill>
        <p:spPr>
          <a:xfrm>
            <a:off x="0" y="0"/>
            <a:ext cx="9144003" cy="5143499"/>
          </a:xfrm>
          <a:prstGeom prst="rect">
            <a:avLst/>
          </a:prstGeom>
          <a:noFill/>
          <a:ln>
            <a:noFill/>
          </a:ln>
        </p:spPr>
      </p:pic>
      <p:sp>
        <p:nvSpPr>
          <p:cNvPr id="14" name="Google Shape;14;p2"/>
          <p:cNvSpPr txBox="1">
            <a:spLocks noGrp="1"/>
          </p:cNvSpPr>
          <p:nvPr>
            <p:ph type="subTitle" idx="1"/>
          </p:nvPr>
        </p:nvSpPr>
        <p:spPr>
          <a:xfrm>
            <a:off x="2516850" y="4004695"/>
            <a:ext cx="4110300" cy="461700"/>
          </a:xfrm>
          <a:prstGeom prst="rect">
            <a:avLst/>
          </a:prstGeom>
        </p:spPr>
        <p:txBody>
          <a:bodyPr spcFirstLastPara="1" wrap="square" lIns="91425" tIns="91425" rIns="91425" bIns="91425" anchor="t" anchorCtr="0">
            <a:spAutoFit/>
          </a:bodyPr>
          <a:lstStyle>
            <a:lvl1pPr lvl="0" algn="ctr">
              <a:lnSpc>
                <a:spcPct val="100000"/>
              </a:lnSpc>
              <a:spcBef>
                <a:spcPts val="0"/>
              </a:spcBef>
              <a:spcAft>
                <a:spcPts val="0"/>
              </a:spcAft>
              <a:buSzPts val="2000"/>
              <a:buFont typeface="Helvetica Neue"/>
              <a:buNone/>
              <a:defRPr sz="2000" b="1">
                <a:latin typeface="Helvetica Neue"/>
                <a:ea typeface="Helvetica Neue"/>
                <a:cs typeface="Helvetica Neue"/>
                <a:sym typeface="Helvetica Neue"/>
              </a:defRPr>
            </a:lvl1pPr>
            <a:lvl2pPr lvl="1" algn="ctr">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2pPr>
            <a:lvl3pPr lvl="2" algn="ctr">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3pPr>
            <a:lvl4pPr lvl="3" algn="ctr">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4pPr>
            <a:lvl5pPr lvl="4" algn="ctr">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5pPr>
            <a:lvl6pPr lvl="5" algn="ctr">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6pPr>
            <a:lvl7pPr lvl="6" algn="ctr">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7pPr>
            <a:lvl8pPr lvl="7" algn="ctr">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8pPr>
            <a:lvl9pPr lvl="8" algn="ctr">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9pPr>
          </a:lstStyle>
          <a:p>
            <a:endParaRPr/>
          </a:p>
        </p:txBody>
      </p:sp>
      <p:sp>
        <p:nvSpPr>
          <p:cNvPr id="15" name="Google Shape;15;p2"/>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lvl1pPr lvl="0" algn="r">
              <a:buNone/>
              <a:defRPr sz="600">
                <a:solidFill>
                  <a:schemeClr val="dk1"/>
                </a:solidFill>
                <a:latin typeface="Helvetica Neue Light"/>
                <a:ea typeface="Helvetica Neue Light"/>
                <a:cs typeface="Helvetica Neue Light"/>
                <a:sym typeface="Helvetica Neue Light"/>
              </a:defRPr>
            </a:lvl1pPr>
            <a:lvl2pPr lvl="1" algn="r">
              <a:buNone/>
              <a:defRPr sz="600">
                <a:solidFill>
                  <a:schemeClr val="dk1"/>
                </a:solidFill>
                <a:latin typeface="Helvetica Neue Light"/>
                <a:ea typeface="Helvetica Neue Light"/>
                <a:cs typeface="Helvetica Neue Light"/>
                <a:sym typeface="Helvetica Neue Light"/>
              </a:defRPr>
            </a:lvl2pPr>
            <a:lvl3pPr lvl="2" algn="r">
              <a:buNone/>
              <a:defRPr sz="600">
                <a:solidFill>
                  <a:schemeClr val="dk1"/>
                </a:solidFill>
                <a:latin typeface="Helvetica Neue Light"/>
                <a:ea typeface="Helvetica Neue Light"/>
                <a:cs typeface="Helvetica Neue Light"/>
                <a:sym typeface="Helvetica Neue Light"/>
              </a:defRPr>
            </a:lvl3pPr>
            <a:lvl4pPr lvl="3" algn="r">
              <a:buNone/>
              <a:defRPr sz="600">
                <a:solidFill>
                  <a:schemeClr val="dk1"/>
                </a:solidFill>
                <a:latin typeface="Helvetica Neue Light"/>
                <a:ea typeface="Helvetica Neue Light"/>
                <a:cs typeface="Helvetica Neue Light"/>
                <a:sym typeface="Helvetica Neue Light"/>
              </a:defRPr>
            </a:lvl4pPr>
            <a:lvl5pPr lvl="4" algn="r">
              <a:buNone/>
              <a:defRPr sz="600">
                <a:solidFill>
                  <a:schemeClr val="dk1"/>
                </a:solidFill>
                <a:latin typeface="Helvetica Neue Light"/>
                <a:ea typeface="Helvetica Neue Light"/>
                <a:cs typeface="Helvetica Neue Light"/>
                <a:sym typeface="Helvetica Neue Light"/>
              </a:defRPr>
            </a:lvl5pPr>
            <a:lvl6pPr lvl="5" algn="r">
              <a:buNone/>
              <a:defRPr sz="600">
                <a:solidFill>
                  <a:schemeClr val="dk1"/>
                </a:solidFill>
                <a:latin typeface="Helvetica Neue Light"/>
                <a:ea typeface="Helvetica Neue Light"/>
                <a:cs typeface="Helvetica Neue Light"/>
                <a:sym typeface="Helvetica Neue Light"/>
              </a:defRPr>
            </a:lvl6pPr>
            <a:lvl7pPr lvl="6" algn="r">
              <a:buNone/>
              <a:defRPr sz="600">
                <a:solidFill>
                  <a:schemeClr val="dk1"/>
                </a:solidFill>
                <a:latin typeface="Helvetica Neue Light"/>
                <a:ea typeface="Helvetica Neue Light"/>
                <a:cs typeface="Helvetica Neue Light"/>
                <a:sym typeface="Helvetica Neue Light"/>
              </a:defRPr>
            </a:lvl7pPr>
            <a:lvl8pPr lvl="7" algn="r">
              <a:buNone/>
              <a:defRPr sz="600">
                <a:solidFill>
                  <a:schemeClr val="dk1"/>
                </a:solidFill>
                <a:latin typeface="Helvetica Neue Light"/>
                <a:ea typeface="Helvetica Neue Light"/>
                <a:cs typeface="Helvetica Neue Light"/>
                <a:sym typeface="Helvetica Neue Light"/>
              </a:defRPr>
            </a:lvl8pPr>
            <a:lvl9pPr lvl="8" algn="r">
              <a:buNone/>
              <a:defRPr sz="600">
                <a:solidFill>
                  <a:schemeClr val="dk1"/>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GB"/>
              <a:t>‹#›</a:t>
            </a:fld>
            <a:endParaRPr>
              <a:latin typeface="Inter Light"/>
              <a:ea typeface="Inter Light"/>
              <a:cs typeface="Inter Light"/>
              <a:sym typeface="Inter Light"/>
            </a:endParaRPr>
          </a:p>
        </p:txBody>
      </p:sp>
      <p:sp>
        <p:nvSpPr>
          <p:cNvPr id="16" name="Google Shape;16;p2"/>
          <p:cNvSpPr txBox="1"/>
          <p:nvPr/>
        </p:nvSpPr>
        <p:spPr>
          <a:xfrm>
            <a:off x="3351292" y="4740597"/>
            <a:ext cx="2441400" cy="276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GB" sz="600">
                <a:solidFill>
                  <a:schemeClr val="dk1"/>
                </a:solidFill>
                <a:latin typeface="Helvetica Neue"/>
                <a:ea typeface="Helvetica Neue"/>
                <a:cs typeface="Helvetica Neue"/>
                <a:sym typeface="Helvetica Neue"/>
              </a:rPr>
              <a:t>© Marni 2026, All rights reserved</a:t>
            </a:r>
            <a:endParaRPr sz="600">
              <a:solidFill>
                <a:schemeClr val="dk2"/>
              </a:solidFill>
              <a:latin typeface="Helvetica Neue"/>
              <a:ea typeface="Helvetica Neue"/>
              <a:cs typeface="Helvetica Neue"/>
              <a:sym typeface="Helvetica Neue"/>
            </a:endParaRPr>
          </a:p>
        </p:txBody>
      </p:sp>
      <p:sp>
        <p:nvSpPr>
          <p:cNvPr id="17" name="Google Shape;17;p2"/>
          <p:cNvSpPr txBox="1"/>
          <p:nvPr/>
        </p:nvSpPr>
        <p:spPr>
          <a:xfrm>
            <a:off x="177325" y="4740597"/>
            <a:ext cx="2441400" cy="276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600">
                <a:solidFill>
                  <a:schemeClr val="dk1"/>
                </a:solidFill>
                <a:latin typeface="Helvetica Neue Light"/>
                <a:ea typeface="Helvetica Neue Light"/>
                <a:cs typeface="Helvetica Neue Light"/>
                <a:sym typeface="Helvetica Neue Light"/>
              </a:rPr>
              <a:t>January 26</a:t>
            </a:r>
            <a:endParaRPr sz="600">
              <a:solidFill>
                <a:schemeClr val="dk2"/>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age 1" type="secHead">
  <p:cSld name="SECTION_HEADER">
    <p:spTree>
      <p:nvGrpSpPr>
        <p:cNvPr id="1" name="Shape 18"/>
        <p:cNvGrpSpPr/>
        <p:nvPr/>
      </p:nvGrpSpPr>
      <p:grpSpPr>
        <a:xfrm>
          <a:off x="0" y="0"/>
          <a:ext cx="0" cy="0"/>
          <a:chOff x="0" y="0"/>
          <a:chExt cx="0" cy="0"/>
        </a:xfrm>
      </p:grpSpPr>
      <p:pic>
        <p:nvPicPr>
          <p:cNvPr id="19" name="Google Shape;19;p3" title="2.jpg"/>
          <p:cNvPicPr preferRelativeResize="0"/>
          <p:nvPr/>
        </p:nvPicPr>
        <p:blipFill rotWithShape="1">
          <a:blip r:embed="rId2">
            <a:alphaModFix/>
          </a:blip>
          <a:srcRect/>
          <a:stretch/>
        </p:blipFill>
        <p:spPr>
          <a:xfrm>
            <a:off x="0" y="0"/>
            <a:ext cx="9144003" cy="5143499"/>
          </a:xfrm>
          <a:prstGeom prst="rect">
            <a:avLst/>
          </a:prstGeom>
          <a:noFill/>
          <a:ln>
            <a:noFill/>
          </a:ln>
        </p:spPr>
      </p:pic>
      <p:sp>
        <p:nvSpPr>
          <p:cNvPr id="20" name="Google Shape;20;p3"/>
          <p:cNvSpPr txBox="1">
            <a:spLocks noGrp="1"/>
          </p:cNvSpPr>
          <p:nvPr>
            <p:ph type="subTitle" idx="1"/>
          </p:nvPr>
        </p:nvSpPr>
        <p:spPr>
          <a:xfrm>
            <a:off x="1079995" y="168107"/>
            <a:ext cx="5010600" cy="461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SzPts val="2200"/>
              <a:buFont typeface="Helvetica Neue"/>
              <a:buNone/>
              <a:defRPr sz="2200" b="1">
                <a:latin typeface="Helvetica Neue"/>
                <a:ea typeface="Helvetica Neue"/>
                <a:cs typeface="Helvetica Neue"/>
                <a:sym typeface="Helvetica Neue"/>
              </a:defRPr>
            </a:lvl1pPr>
            <a:lvl2pPr lvl="1">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2pPr>
            <a:lvl3pPr lvl="2">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3pPr>
            <a:lvl4pPr lvl="3">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4pPr>
            <a:lvl5pPr lvl="4">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5pPr>
            <a:lvl6pPr lvl="5">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6pPr>
            <a:lvl7pPr lvl="6">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7pPr>
            <a:lvl8pPr lvl="7">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8pPr>
            <a:lvl9pPr lvl="8">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9pPr>
          </a:lstStyle>
          <a:p>
            <a:endParaRPr/>
          </a:p>
        </p:txBody>
      </p:sp>
      <p:sp>
        <p:nvSpPr>
          <p:cNvPr id="21" name="Google Shape;21;p3"/>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lvl1pPr lvl="0" algn="r">
              <a:buNone/>
              <a:defRPr sz="600">
                <a:solidFill>
                  <a:schemeClr val="dk1"/>
                </a:solidFill>
                <a:latin typeface="Helvetica Neue Light"/>
                <a:ea typeface="Helvetica Neue Light"/>
                <a:cs typeface="Helvetica Neue Light"/>
                <a:sym typeface="Helvetica Neue Light"/>
              </a:defRPr>
            </a:lvl1pPr>
            <a:lvl2pPr lvl="1" algn="r">
              <a:buNone/>
              <a:defRPr sz="600">
                <a:solidFill>
                  <a:schemeClr val="dk1"/>
                </a:solidFill>
                <a:latin typeface="Helvetica Neue Light"/>
                <a:ea typeface="Helvetica Neue Light"/>
                <a:cs typeface="Helvetica Neue Light"/>
                <a:sym typeface="Helvetica Neue Light"/>
              </a:defRPr>
            </a:lvl2pPr>
            <a:lvl3pPr lvl="2" algn="r">
              <a:buNone/>
              <a:defRPr sz="600">
                <a:solidFill>
                  <a:schemeClr val="dk1"/>
                </a:solidFill>
                <a:latin typeface="Helvetica Neue Light"/>
                <a:ea typeface="Helvetica Neue Light"/>
                <a:cs typeface="Helvetica Neue Light"/>
                <a:sym typeface="Helvetica Neue Light"/>
              </a:defRPr>
            </a:lvl3pPr>
            <a:lvl4pPr lvl="3" algn="r">
              <a:buNone/>
              <a:defRPr sz="600">
                <a:solidFill>
                  <a:schemeClr val="dk1"/>
                </a:solidFill>
                <a:latin typeface="Helvetica Neue Light"/>
                <a:ea typeface="Helvetica Neue Light"/>
                <a:cs typeface="Helvetica Neue Light"/>
                <a:sym typeface="Helvetica Neue Light"/>
              </a:defRPr>
            </a:lvl4pPr>
            <a:lvl5pPr lvl="4" algn="r">
              <a:buNone/>
              <a:defRPr sz="600">
                <a:solidFill>
                  <a:schemeClr val="dk1"/>
                </a:solidFill>
                <a:latin typeface="Helvetica Neue Light"/>
                <a:ea typeface="Helvetica Neue Light"/>
                <a:cs typeface="Helvetica Neue Light"/>
                <a:sym typeface="Helvetica Neue Light"/>
              </a:defRPr>
            </a:lvl5pPr>
            <a:lvl6pPr lvl="5" algn="r">
              <a:buNone/>
              <a:defRPr sz="600">
                <a:solidFill>
                  <a:schemeClr val="dk1"/>
                </a:solidFill>
                <a:latin typeface="Helvetica Neue Light"/>
                <a:ea typeface="Helvetica Neue Light"/>
                <a:cs typeface="Helvetica Neue Light"/>
                <a:sym typeface="Helvetica Neue Light"/>
              </a:defRPr>
            </a:lvl6pPr>
            <a:lvl7pPr lvl="6" algn="r">
              <a:buNone/>
              <a:defRPr sz="600">
                <a:solidFill>
                  <a:schemeClr val="dk1"/>
                </a:solidFill>
                <a:latin typeface="Helvetica Neue Light"/>
                <a:ea typeface="Helvetica Neue Light"/>
                <a:cs typeface="Helvetica Neue Light"/>
                <a:sym typeface="Helvetica Neue Light"/>
              </a:defRPr>
            </a:lvl7pPr>
            <a:lvl8pPr lvl="7" algn="r">
              <a:buNone/>
              <a:defRPr sz="600">
                <a:solidFill>
                  <a:schemeClr val="dk1"/>
                </a:solidFill>
                <a:latin typeface="Helvetica Neue Light"/>
                <a:ea typeface="Helvetica Neue Light"/>
                <a:cs typeface="Helvetica Neue Light"/>
                <a:sym typeface="Helvetica Neue Light"/>
              </a:defRPr>
            </a:lvl8pPr>
            <a:lvl9pPr lvl="8" algn="r">
              <a:buNone/>
              <a:defRPr sz="600">
                <a:solidFill>
                  <a:schemeClr val="dk1"/>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GB"/>
              <a:t>‹#›</a:t>
            </a:fld>
            <a:endParaRPr>
              <a:latin typeface="Inter Light"/>
              <a:ea typeface="Inter Light"/>
              <a:cs typeface="Inter Light"/>
              <a:sym typeface="Inter Light"/>
            </a:endParaRPr>
          </a:p>
        </p:txBody>
      </p:sp>
      <p:sp>
        <p:nvSpPr>
          <p:cNvPr id="22" name="Google Shape;22;p3"/>
          <p:cNvSpPr txBox="1"/>
          <p:nvPr/>
        </p:nvSpPr>
        <p:spPr>
          <a:xfrm>
            <a:off x="3351292" y="4740597"/>
            <a:ext cx="2441400" cy="276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GB" sz="600">
                <a:solidFill>
                  <a:schemeClr val="dk1"/>
                </a:solidFill>
                <a:latin typeface="Helvetica Neue"/>
                <a:ea typeface="Helvetica Neue"/>
                <a:cs typeface="Helvetica Neue"/>
                <a:sym typeface="Helvetica Neue"/>
              </a:rPr>
              <a:t>© Marni 2026, All rights reserved</a:t>
            </a:r>
            <a:endParaRPr sz="600">
              <a:solidFill>
                <a:schemeClr val="dk2"/>
              </a:solidFill>
              <a:latin typeface="Helvetica Neue"/>
              <a:ea typeface="Helvetica Neue"/>
              <a:cs typeface="Helvetica Neue"/>
              <a:sym typeface="Helvetica Neue"/>
            </a:endParaRPr>
          </a:p>
        </p:txBody>
      </p:sp>
      <p:sp>
        <p:nvSpPr>
          <p:cNvPr id="23" name="Google Shape;23;p3"/>
          <p:cNvSpPr txBox="1"/>
          <p:nvPr/>
        </p:nvSpPr>
        <p:spPr>
          <a:xfrm>
            <a:off x="177325" y="4740597"/>
            <a:ext cx="2441400" cy="276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600">
                <a:solidFill>
                  <a:schemeClr val="dk1"/>
                </a:solidFill>
                <a:latin typeface="Helvetica Neue Light"/>
                <a:ea typeface="Helvetica Neue Light"/>
                <a:cs typeface="Helvetica Neue Light"/>
                <a:sym typeface="Helvetica Neue Light"/>
              </a:rPr>
              <a:t>January 26</a:t>
            </a:r>
            <a:endParaRPr sz="600">
              <a:solidFill>
                <a:schemeClr val="dk2"/>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able of Content">
  <p:cSld name="SECTION_HEADER_1">
    <p:spTree>
      <p:nvGrpSpPr>
        <p:cNvPr id="1" name="Shape 24"/>
        <p:cNvGrpSpPr/>
        <p:nvPr/>
      </p:nvGrpSpPr>
      <p:grpSpPr>
        <a:xfrm>
          <a:off x="0" y="0"/>
          <a:ext cx="0" cy="0"/>
          <a:chOff x="0" y="0"/>
          <a:chExt cx="0" cy="0"/>
        </a:xfrm>
      </p:grpSpPr>
      <p:sp>
        <p:nvSpPr>
          <p:cNvPr id="25" name="Google Shape;25;p4"/>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lvl1pPr lvl="0" algn="r">
              <a:buNone/>
              <a:defRPr sz="600">
                <a:solidFill>
                  <a:schemeClr val="dk1"/>
                </a:solidFill>
                <a:latin typeface="Helvetica Neue Light"/>
                <a:ea typeface="Helvetica Neue Light"/>
                <a:cs typeface="Helvetica Neue Light"/>
                <a:sym typeface="Helvetica Neue Light"/>
              </a:defRPr>
            </a:lvl1pPr>
            <a:lvl2pPr lvl="1" algn="r">
              <a:buNone/>
              <a:defRPr sz="600">
                <a:solidFill>
                  <a:schemeClr val="dk1"/>
                </a:solidFill>
                <a:latin typeface="Helvetica Neue Light"/>
                <a:ea typeface="Helvetica Neue Light"/>
                <a:cs typeface="Helvetica Neue Light"/>
                <a:sym typeface="Helvetica Neue Light"/>
              </a:defRPr>
            </a:lvl2pPr>
            <a:lvl3pPr lvl="2" algn="r">
              <a:buNone/>
              <a:defRPr sz="600">
                <a:solidFill>
                  <a:schemeClr val="dk1"/>
                </a:solidFill>
                <a:latin typeface="Helvetica Neue Light"/>
                <a:ea typeface="Helvetica Neue Light"/>
                <a:cs typeface="Helvetica Neue Light"/>
                <a:sym typeface="Helvetica Neue Light"/>
              </a:defRPr>
            </a:lvl3pPr>
            <a:lvl4pPr lvl="3" algn="r">
              <a:buNone/>
              <a:defRPr sz="600">
                <a:solidFill>
                  <a:schemeClr val="dk1"/>
                </a:solidFill>
                <a:latin typeface="Helvetica Neue Light"/>
                <a:ea typeface="Helvetica Neue Light"/>
                <a:cs typeface="Helvetica Neue Light"/>
                <a:sym typeface="Helvetica Neue Light"/>
              </a:defRPr>
            </a:lvl4pPr>
            <a:lvl5pPr lvl="4" algn="r">
              <a:buNone/>
              <a:defRPr sz="600">
                <a:solidFill>
                  <a:schemeClr val="dk1"/>
                </a:solidFill>
                <a:latin typeface="Helvetica Neue Light"/>
                <a:ea typeface="Helvetica Neue Light"/>
                <a:cs typeface="Helvetica Neue Light"/>
                <a:sym typeface="Helvetica Neue Light"/>
              </a:defRPr>
            </a:lvl5pPr>
            <a:lvl6pPr lvl="5" algn="r">
              <a:buNone/>
              <a:defRPr sz="600">
                <a:solidFill>
                  <a:schemeClr val="dk1"/>
                </a:solidFill>
                <a:latin typeface="Helvetica Neue Light"/>
                <a:ea typeface="Helvetica Neue Light"/>
                <a:cs typeface="Helvetica Neue Light"/>
                <a:sym typeface="Helvetica Neue Light"/>
              </a:defRPr>
            </a:lvl6pPr>
            <a:lvl7pPr lvl="6" algn="r">
              <a:buNone/>
              <a:defRPr sz="600">
                <a:solidFill>
                  <a:schemeClr val="dk1"/>
                </a:solidFill>
                <a:latin typeface="Helvetica Neue Light"/>
                <a:ea typeface="Helvetica Neue Light"/>
                <a:cs typeface="Helvetica Neue Light"/>
                <a:sym typeface="Helvetica Neue Light"/>
              </a:defRPr>
            </a:lvl7pPr>
            <a:lvl8pPr lvl="7" algn="r">
              <a:buNone/>
              <a:defRPr sz="600">
                <a:solidFill>
                  <a:schemeClr val="dk1"/>
                </a:solidFill>
                <a:latin typeface="Helvetica Neue Light"/>
                <a:ea typeface="Helvetica Neue Light"/>
                <a:cs typeface="Helvetica Neue Light"/>
                <a:sym typeface="Helvetica Neue Light"/>
              </a:defRPr>
            </a:lvl8pPr>
            <a:lvl9pPr lvl="8" algn="r">
              <a:buNone/>
              <a:defRPr sz="600">
                <a:solidFill>
                  <a:schemeClr val="dk1"/>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GB"/>
              <a:t>‹#›</a:t>
            </a:fld>
            <a:endParaRPr>
              <a:latin typeface="Inter Light"/>
              <a:ea typeface="Inter Light"/>
              <a:cs typeface="Inter Light"/>
              <a:sym typeface="Inter Light"/>
            </a:endParaRPr>
          </a:p>
        </p:txBody>
      </p:sp>
      <p:sp>
        <p:nvSpPr>
          <p:cNvPr id="26" name="Google Shape;26;p4"/>
          <p:cNvSpPr txBox="1">
            <a:spLocks noGrp="1"/>
          </p:cNvSpPr>
          <p:nvPr>
            <p:ph type="subTitle" idx="1"/>
          </p:nvPr>
        </p:nvSpPr>
        <p:spPr>
          <a:xfrm>
            <a:off x="1079995" y="168107"/>
            <a:ext cx="5010600" cy="461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SzPts val="2200"/>
              <a:buFont typeface="Helvetica Neue"/>
              <a:buNone/>
              <a:defRPr sz="2200" b="1">
                <a:latin typeface="Helvetica Neue"/>
                <a:ea typeface="Helvetica Neue"/>
                <a:cs typeface="Helvetica Neue"/>
                <a:sym typeface="Helvetica Neue"/>
              </a:defRPr>
            </a:lvl1pPr>
            <a:lvl2pPr lvl="1">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2pPr>
            <a:lvl3pPr lvl="2">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3pPr>
            <a:lvl4pPr lvl="3">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4pPr>
            <a:lvl5pPr lvl="4">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5pPr>
            <a:lvl6pPr lvl="5">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6pPr>
            <a:lvl7pPr lvl="6">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7pPr>
            <a:lvl8pPr lvl="7">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8pPr>
            <a:lvl9pPr lvl="8">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xt + Image 1">
  <p:cSld name="SECTION_HEADER_1_2">
    <p:spTree>
      <p:nvGrpSpPr>
        <p:cNvPr id="1" name="Shape 27"/>
        <p:cNvGrpSpPr/>
        <p:nvPr/>
      </p:nvGrpSpPr>
      <p:grpSpPr>
        <a:xfrm>
          <a:off x="0" y="0"/>
          <a:ext cx="0" cy="0"/>
          <a:chOff x="0" y="0"/>
          <a:chExt cx="0" cy="0"/>
        </a:xfrm>
      </p:grpSpPr>
      <p:sp>
        <p:nvSpPr>
          <p:cNvPr id="28" name="Google Shape;28;p5"/>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lvl1pPr lvl="0" algn="r">
              <a:buNone/>
              <a:defRPr sz="600">
                <a:solidFill>
                  <a:schemeClr val="dk1"/>
                </a:solidFill>
                <a:latin typeface="Helvetica Neue Light"/>
                <a:ea typeface="Helvetica Neue Light"/>
                <a:cs typeface="Helvetica Neue Light"/>
                <a:sym typeface="Helvetica Neue Light"/>
              </a:defRPr>
            </a:lvl1pPr>
            <a:lvl2pPr lvl="1" algn="r">
              <a:buNone/>
              <a:defRPr sz="600">
                <a:solidFill>
                  <a:schemeClr val="dk1"/>
                </a:solidFill>
                <a:latin typeface="Helvetica Neue Light"/>
                <a:ea typeface="Helvetica Neue Light"/>
                <a:cs typeface="Helvetica Neue Light"/>
                <a:sym typeface="Helvetica Neue Light"/>
              </a:defRPr>
            </a:lvl2pPr>
            <a:lvl3pPr lvl="2" algn="r">
              <a:buNone/>
              <a:defRPr sz="600">
                <a:solidFill>
                  <a:schemeClr val="dk1"/>
                </a:solidFill>
                <a:latin typeface="Helvetica Neue Light"/>
                <a:ea typeface="Helvetica Neue Light"/>
                <a:cs typeface="Helvetica Neue Light"/>
                <a:sym typeface="Helvetica Neue Light"/>
              </a:defRPr>
            </a:lvl3pPr>
            <a:lvl4pPr lvl="3" algn="r">
              <a:buNone/>
              <a:defRPr sz="600">
                <a:solidFill>
                  <a:schemeClr val="dk1"/>
                </a:solidFill>
                <a:latin typeface="Helvetica Neue Light"/>
                <a:ea typeface="Helvetica Neue Light"/>
                <a:cs typeface="Helvetica Neue Light"/>
                <a:sym typeface="Helvetica Neue Light"/>
              </a:defRPr>
            </a:lvl4pPr>
            <a:lvl5pPr lvl="4" algn="r">
              <a:buNone/>
              <a:defRPr sz="600">
                <a:solidFill>
                  <a:schemeClr val="dk1"/>
                </a:solidFill>
                <a:latin typeface="Helvetica Neue Light"/>
                <a:ea typeface="Helvetica Neue Light"/>
                <a:cs typeface="Helvetica Neue Light"/>
                <a:sym typeface="Helvetica Neue Light"/>
              </a:defRPr>
            </a:lvl5pPr>
            <a:lvl6pPr lvl="5" algn="r">
              <a:buNone/>
              <a:defRPr sz="600">
                <a:solidFill>
                  <a:schemeClr val="dk1"/>
                </a:solidFill>
                <a:latin typeface="Helvetica Neue Light"/>
                <a:ea typeface="Helvetica Neue Light"/>
                <a:cs typeface="Helvetica Neue Light"/>
                <a:sym typeface="Helvetica Neue Light"/>
              </a:defRPr>
            </a:lvl6pPr>
            <a:lvl7pPr lvl="6" algn="r">
              <a:buNone/>
              <a:defRPr sz="600">
                <a:solidFill>
                  <a:schemeClr val="dk1"/>
                </a:solidFill>
                <a:latin typeface="Helvetica Neue Light"/>
                <a:ea typeface="Helvetica Neue Light"/>
                <a:cs typeface="Helvetica Neue Light"/>
                <a:sym typeface="Helvetica Neue Light"/>
              </a:defRPr>
            </a:lvl7pPr>
            <a:lvl8pPr lvl="7" algn="r">
              <a:buNone/>
              <a:defRPr sz="600">
                <a:solidFill>
                  <a:schemeClr val="dk1"/>
                </a:solidFill>
                <a:latin typeface="Helvetica Neue Light"/>
                <a:ea typeface="Helvetica Neue Light"/>
                <a:cs typeface="Helvetica Neue Light"/>
                <a:sym typeface="Helvetica Neue Light"/>
              </a:defRPr>
            </a:lvl8pPr>
            <a:lvl9pPr lvl="8" algn="r">
              <a:buNone/>
              <a:defRPr sz="600">
                <a:solidFill>
                  <a:schemeClr val="dk1"/>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GB"/>
              <a:t>‹#›</a:t>
            </a:fld>
            <a:endParaRPr>
              <a:latin typeface="Inter Light"/>
              <a:ea typeface="Inter Light"/>
              <a:cs typeface="Inter Light"/>
              <a:sym typeface="Inter Light"/>
            </a:endParaRPr>
          </a:p>
        </p:txBody>
      </p:sp>
      <p:sp>
        <p:nvSpPr>
          <p:cNvPr id="29" name="Google Shape;29;p5"/>
          <p:cNvSpPr txBox="1">
            <a:spLocks noGrp="1"/>
          </p:cNvSpPr>
          <p:nvPr>
            <p:ph type="subTitle" idx="1"/>
          </p:nvPr>
        </p:nvSpPr>
        <p:spPr>
          <a:xfrm>
            <a:off x="1079995" y="168107"/>
            <a:ext cx="5010600" cy="461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SzPts val="2200"/>
              <a:buFont typeface="Helvetica Neue"/>
              <a:buNone/>
              <a:defRPr sz="2200" b="1">
                <a:latin typeface="Helvetica Neue"/>
                <a:ea typeface="Helvetica Neue"/>
                <a:cs typeface="Helvetica Neue"/>
                <a:sym typeface="Helvetica Neue"/>
              </a:defRPr>
            </a:lvl1pPr>
            <a:lvl2pPr lvl="1">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2pPr>
            <a:lvl3pPr lvl="2">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3pPr>
            <a:lvl4pPr lvl="3">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4pPr>
            <a:lvl5pPr lvl="4">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5pPr>
            <a:lvl6pPr lvl="5">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6pPr>
            <a:lvl7pPr lvl="6">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7pPr>
            <a:lvl8pPr lvl="7">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8pPr>
            <a:lvl9pPr lvl="8">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9pPr>
          </a:lstStyle>
          <a:p>
            <a:endParaRPr/>
          </a:p>
        </p:txBody>
      </p:sp>
      <p:sp>
        <p:nvSpPr>
          <p:cNvPr id="30" name="Google Shape;30;p5"/>
          <p:cNvSpPr txBox="1">
            <a:spLocks noGrp="1"/>
          </p:cNvSpPr>
          <p:nvPr>
            <p:ph type="subTitle" idx="2"/>
          </p:nvPr>
        </p:nvSpPr>
        <p:spPr>
          <a:xfrm>
            <a:off x="1075775" y="1080000"/>
            <a:ext cx="2231400" cy="3060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800"/>
              <a:buNone/>
              <a:defRPr sz="800"/>
            </a:lvl1pPr>
            <a:lvl2pPr lvl="1">
              <a:spcBef>
                <a:spcPts val="0"/>
              </a:spcBef>
              <a:spcAft>
                <a:spcPts val="0"/>
              </a:spcAft>
              <a:buSzPts val="14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a:endParaRPr/>
          </a:p>
        </p:txBody>
      </p:sp>
      <p:sp>
        <p:nvSpPr>
          <p:cNvPr id="31" name="Google Shape;31;p5"/>
          <p:cNvSpPr>
            <a:spLocks noGrp="1"/>
          </p:cNvSpPr>
          <p:nvPr>
            <p:ph type="pic" idx="3"/>
          </p:nvPr>
        </p:nvSpPr>
        <p:spPr>
          <a:xfrm>
            <a:off x="3459000" y="1080000"/>
            <a:ext cx="4605000" cy="306000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ext + Image 2">
  <p:cSld name="SECTION_HEADER_1_2_1">
    <p:spTree>
      <p:nvGrpSpPr>
        <p:cNvPr id="1" name="Shape 32"/>
        <p:cNvGrpSpPr/>
        <p:nvPr/>
      </p:nvGrpSpPr>
      <p:grpSpPr>
        <a:xfrm>
          <a:off x="0" y="0"/>
          <a:ext cx="0" cy="0"/>
          <a:chOff x="0" y="0"/>
          <a:chExt cx="0" cy="0"/>
        </a:xfrm>
      </p:grpSpPr>
      <p:sp>
        <p:nvSpPr>
          <p:cNvPr id="33" name="Google Shape;33;p6"/>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lvl1pPr lvl="0" algn="r">
              <a:buNone/>
              <a:defRPr sz="600">
                <a:solidFill>
                  <a:schemeClr val="dk1"/>
                </a:solidFill>
                <a:latin typeface="Helvetica Neue Light"/>
                <a:ea typeface="Helvetica Neue Light"/>
                <a:cs typeface="Helvetica Neue Light"/>
                <a:sym typeface="Helvetica Neue Light"/>
              </a:defRPr>
            </a:lvl1pPr>
            <a:lvl2pPr lvl="1" algn="r">
              <a:buNone/>
              <a:defRPr sz="600">
                <a:solidFill>
                  <a:schemeClr val="dk1"/>
                </a:solidFill>
                <a:latin typeface="Helvetica Neue Light"/>
                <a:ea typeface="Helvetica Neue Light"/>
                <a:cs typeface="Helvetica Neue Light"/>
                <a:sym typeface="Helvetica Neue Light"/>
              </a:defRPr>
            </a:lvl2pPr>
            <a:lvl3pPr lvl="2" algn="r">
              <a:buNone/>
              <a:defRPr sz="600">
                <a:solidFill>
                  <a:schemeClr val="dk1"/>
                </a:solidFill>
                <a:latin typeface="Helvetica Neue Light"/>
                <a:ea typeface="Helvetica Neue Light"/>
                <a:cs typeface="Helvetica Neue Light"/>
                <a:sym typeface="Helvetica Neue Light"/>
              </a:defRPr>
            </a:lvl3pPr>
            <a:lvl4pPr lvl="3" algn="r">
              <a:buNone/>
              <a:defRPr sz="600">
                <a:solidFill>
                  <a:schemeClr val="dk1"/>
                </a:solidFill>
                <a:latin typeface="Helvetica Neue Light"/>
                <a:ea typeface="Helvetica Neue Light"/>
                <a:cs typeface="Helvetica Neue Light"/>
                <a:sym typeface="Helvetica Neue Light"/>
              </a:defRPr>
            </a:lvl4pPr>
            <a:lvl5pPr lvl="4" algn="r">
              <a:buNone/>
              <a:defRPr sz="600">
                <a:solidFill>
                  <a:schemeClr val="dk1"/>
                </a:solidFill>
                <a:latin typeface="Helvetica Neue Light"/>
                <a:ea typeface="Helvetica Neue Light"/>
                <a:cs typeface="Helvetica Neue Light"/>
                <a:sym typeface="Helvetica Neue Light"/>
              </a:defRPr>
            </a:lvl5pPr>
            <a:lvl6pPr lvl="5" algn="r">
              <a:buNone/>
              <a:defRPr sz="600">
                <a:solidFill>
                  <a:schemeClr val="dk1"/>
                </a:solidFill>
                <a:latin typeface="Helvetica Neue Light"/>
                <a:ea typeface="Helvetica Neue Light"/>
                <a:cs typeface="Helvetica Neue Light"/>
                <a:sym typeface="Helvetica Neue Light"/>
              </a:defRPr>
            </a:lvl6pPr>
            <a:lvl7pPr lvl="6" algn="r">
              <a:buNone/>
              <a:defRPr sz="600">
                <a:solidFill>
                  <a:schemeClr val="dk1"/>
                </a:solidFill>
                <a:latin typeface="Helvetica Neue Light"/>
                <a:ea typeface="Helvetica Neue Light"/>
                <a:cs typeface="Helvetica Neue Light"/>
                <a:sym typeface="Helvetica Neue Light"/>
              </a:defRPr>
            </a:lvl7pPr>
            <a:lvl8pPr lvl="7" algn="r">
              <a:buNone/>
              <a:defRPr sz="600">
                <a:solidFill>
                  <a:schemeClr val="dk1"/>
                </a:solidFill>
                <a:latin typeface="Helvetica Neue Light"/>
                <a:ea typeface="Helvetica Neue Light"/>
                <a:cs typeface="Helvetica Neue Light"/>
                <a:sym typeface="Helvetica Neue Light"/>
              </a:defRPr>
            </a:lvl8pPr>
            <a:lvl9pPr lvl="8" algn="r">
              <a:buNone/>
              <a:defRPr sz="600">
                <a:solidFill>
                  <a:schemeClr val="dk1"/>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GB"/>
              <a:t>‹#›</a:t>
            </a:fld>
            <a:endParaRPr>
              <a:latin typeface="Inter Light"/>
              <a:ea typeface="Inter Light"/>
              <a:cs typeface="Inter Light"/>
              <a:sym typeface="Inter Light"/>
            </a:endParaRPr>
          </a:p>
        </p:txBody>
      </p:sp>
      <p:sp>
        <p:nvSpPr>
          <p:cNvPr id="34" name="Google Shape;34;p6"/>
          <p:cNvSpPr txBox="1">
            <a:spLocks noGrp="1"/>
          </p:cNvSpPr>
          <p:nvPr>
            <p:ph type="subTitle" idx="1"/>
          </p:nvPr>
        </p:nvSpPr>
        <p:spPr>
          <a:xfrm>
            <a:off x="1079995" y="168107"/>
            <a:ext cx="5010600" cy="461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SzPts val="2200"/>
              <a:buFont typeface="Helvetica Neue"/>
              <a:buNone/>
              <a:defRPr sz="2200" b="1">
                <a:latin typeface="Helvetica Neue"/>
                <a:ea typeface="Helvetica Neue"/>
                <a:cs typeface="Helvetica Neue"/>
                <a:sym typeface="Helvetica Neue"/>
              </a:defRPr>
            </a:lvl1pPr>
            <a:lvl2pPr lvl="1">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2pPr>
            <a:lvl3pPr lvl="2">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3pPr>
            <a:lvl4pPr lvl="3">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4pPr>
            <a:lvl5pPr lvl="4">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5pPr>
            <a:lvl6pPr lvl="5">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6pPr>
            <a:lvl7pPr lvl="6">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7pPr>
            <a:lvl8pPr lvl="7">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8pPr>
            <a:lvl9pPr lvl="8">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9pPr>
          </a:lstStyle>
          <a:p>
            <a:endParaRPr/>
          </a:p>
        </p:txBody>
      </p:sp>
      <p:sp>
        <p:nvSpPr>
          <p:cNvPr id="35" name="Google Shape;35;p6"/>
          <p:cNvSpPr txBox="1">
            <a:spLocks noGrp="1"/>
          </p:cNvSpPr>
          <p:nvPr>
            <p:ph type="subTitle" idx="2"/>
          </p:nvPr>
        </p:nvSpPr>
        <p:spPr>
          <a:xfrm>
            <a:off x="5832600" y="1080000"/>
            <a:ext cx="2231400" cy="3060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800"/>
              <a:buNone/>
              <a:defRPr sz="800"/>
            </a:lvl1pPr>
            <a:lvl2pPr lvl="1">
              <a:spcBef>
                <a:spcPts val="0"/>
              </a:spcBef>
              <a:spcAft>
                <a:spcPts val="0"/>
              </a:spcAft>
              <a:buSzPts val="14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a:endParaRPr/>
          </a:p>
        </p:txBody>
      </p:sp>
      <p:sp>
        <p:nvSpPr>
          <p:cNvPr id="36" name="Google Shape;36;p6"/>
          <p:cNvSpPr>
            <a:spLocks noGrp="1"/>
          </p:cNvSpPr>
          <p:nvPr>
            <p:ph type="pic" idx="3"/>
          </p:nvPr>
        </p:nvSpPr>
        <p:spPr>
          <a:xfrm>
            <a:off x="1080000" y="1080000"/>
            <a:ext cx="4605000" cy="30600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ext + Image 3">
  <p:cSld name="SECTION_HEADER_1_2_2">
    <p:spTree>
      <p:nvGrpSpPr>
        <p:cNvPr id="1" name="Shape 37"/>
        <p:cNvGrpSpPr/>
        <p:nvPr/>
      </p:nvGrpSpPr>
      <p:grpSpPr>
        <a:xfrm>
          <a:off x="0" y="0"/>
          <a:ext cx="0" cy="0"/>
          <a:chOff x="0" y="0"/>
          <a:chExt cx="0" cy="0"/>
        </a:xfrm>
      </p:grpSpPr>
      <p:sp>
        <p:nvSpPr>
          <p:cNvPr id="38" name="Google Shape;38;p7"/>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lvl1pPr lvl="0" algn="r">
              <a:buNone/>
              <a:defRPr sz="600">
                <a:solidFill>
                  <a:schemeClr val="dk1"/>
                </a:solidFill>
                <a:latin typeface="Helvetica Neue Light"/>
                <a:ea typeface="Helvetica Neue Light"/>
                <a:cs typeface="Helvetica Neue Light"/>
                <a:sym typeface="Helvetica Neue Light"/>
              </a:defRPr>
            </a:lvl1pPr>
            <a:lvl2pPr lvl="1" algn="r">
              <a:buNone/>
              <a:defRPr sz="600">
                <a:solidFill>
                  <a:schemeClr val="dk1"/>
                </a:solidFill>
                <a:latin typeface="Helvetica Neue Light"/>
                <a:ea typeface="Helvetica Neue Light"/>
                <a:cs typeface="Helvetica Neue Light"/>
                <a:sym typeface="Helvetica Neue Light"/>
              </a:defRPr>
            </a:lvl2pPr>
            <a:lvl3pPr lvl="2" algn="r">
              <a:buNone/>
              <a:defRPr sz="600">
                <a:solidFill>
                  <a:schemeClr val="dk1"/>
                </a:solidFill>
                <a:latin typeface="Helvetica Neue Light"/>
                <a:ea typeface="Helvetica Neue Light"/>
                <a:cs typeface="Helvetica Neue Light"/>
                <a:sym typeface="Helvetica Neue Light"/>
              </a:defRPr>
            </a:lvl3pPr>
            <a:lvl4pPr lvl="3" algn="r">
              <a:buNone/>
              <a:defRPr sz="600">
                <a:solidFill>
                  <a:schemeClr val="dk1"/>
                </a:solidFill>
                <a:latin typeface="Helvetica Neue Light"/>
                <a:ea typeface="Helvetica Neue Light"/>
                <a:cs typeface="Helvetica Neue Light"/>
                <a:sym typeface="Helvetica Neue Light"/>
              </a:defRPr>
            </a:lvl4pPr>
            <a:lvl5pPr lvl="4" algn="r">
              <a:buNone/>
              <a:defRPr sz="600">
                <a:solidFill>
                  <a:schemeClr val="dk1"/>
                </a:solidFill>
                <a:latin typeface="Helvetica Neue Light"/>
                <a:ea typeface="Helvetica Neue Light"/>
                <a:cs typeface="Helvetica Neue Light"/>
                <a:sym typeface="Helvetica Neue Light"/>
              </a:defRPr>
            </a:lvl5pPr>
            <a:lvl6pPr lvl="5" algn="r">
              <a:buNone/>
              <a:defRPr sz="600">
                <a:solidFill>
                  <a:schemeClr val="dk1"/>
                </a:solidFill>
                <a:latin typeface="Helvetica Neue Light"/>
                <a:ea typeface="Helvetica Neue Light"/>
                <a:cs typeface="Helvetica Neue Light"/>
                <a:sym typeface="Helvetica Neue Light"/>
              </a:defRPr>
            </a:lvl6pPr>
            <a:lvl7pPr lvl="6" algn="r">
              <a:buNone/>
              <a:defRPr sz="600">
                <a:solidFill>
                  <a:schemeClr val="dk1"/>
                </a:solidFill>
                <a:latin typeface="Helvetica Neue Light"/>
                <a:ea typeface="Helvetica Neue Light"/>
                <a:cs typeface="Helvetica Neue Light"/>
                <a:sym typeface="Helvetica Neue Light"/>
              </a:defRPr>
            </a:lvl7pPr>
            <a:lvl8pPr lvl="7" algn="r">
              <a:buNone/>
              <a:defRPr sz="600">
                <a:solidFill>
                  <a:schemeClr val="dk1"/>
                </a:solidFill>
                <a:latin typeface="Helvetica Neue Light"/>
                <a:ea typeface="Helvetica Neue Light"/>
                <a:cs typeface="Helvetica Neue Light"/>
                <a:sym typeface="Helvetica Neue Light"/>
              </a:defRPr>
            </a:lvl8pPr>
            <a:lvl9pPr lvl="8" algn="r">
              <a:buNone/>
              <a:defRPr sz="600">
                <a:solidFill>
                  <a:schemeClr val="dk1"/>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GB"/>
              <a:t>‹#›</a:t>
            </a:fld>
            <a:endParaRPr>
              <a:latin typeface="Inter Light"/>
              <a:ea typeface="Inter Light"/>
              <a:cs typeface="Inter Light"/>
              <a:sym typeface="Inter Light"/>
            </a:endParaRPr>
          </a:p>
        </p:txBody>
      </p:sp>
      <p:sp>
        <p:nvSpPr>
          <p:cNvPr id="39" name="Google Shape;39;p7"/>
          <p:cNvSpPr txBox="1">
            <a:spLocks noGrp="1"/>
          </p:cNvSpPr>
          <p:nvPr>
            <p:ph type="subTitle" idx="1"/>
          </p:nvPr>
        </p:nvSpPr>
        <p:spPr>
          <a:xfrm>
            <a:off x="1075770" y="168107"/>
            <a:ext cx="5010600" cy="461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SzPts val="2200"/>
              <a:buFont typeface="Helvetica Neue"/>
              <a:buNone/>
              <a:defRPr sz="2200" b="1">
                <a:latin typeface="Helvetica Neue"/>
                <a:ea typeface="Helvetica Neue"/>
                <a:cs typeface="Helvetica Neue"/>
                <a:sym typeface="Helvetica Neue"/>
              </a:defRPr>
            </a:lvl1pPr>
            <a:lvl2pPr lvl="1">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2pPr>
            <a:lvl3pPr lvl="2">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3pPr>
            <a:lvl4pPr lvl="3">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4pPr>
            <a:lvl5pPr lvl="4">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5pPr>
            <a:lvl6pPr lvl="5">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6pPr>
            <a:lvl7pPr lvl="6">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7pPr>
            <a:lvl8pPr lvl="7">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8pPr>
            <a:lvl9pPr lvl="8">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9pPr>
          </a:lstStyle>
          <a:p>
            <a:endParaRPr/>
          </a:p>
        </p:txBody>
      </p:sp>
      <p:sp>
        <p:nvSpPr>
          <p:cNvPr id="40" name="Google Shape;40;p7"/>
          <p:cNvSpPr txBox="1">
            <a:spLocks noGrp="1"/>
          </p:cNvSpPr>
          <p:nvPr>
            <p:ph type="subTitle" idx="2"/>
          </p:nvPr>
        </p:nvSpPr>
        <p:spPr>
          <a:xfrm>
            <a:off x="1075775" y="1080000"/>
            <a:ext cx="2231400" cy="3060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800"/>
              <a:buNone/>
              <a:defRPr sz="800"/>
            </a:lvl1pPr>
            <a:lvl2pPr lvl="1">
              <a:spcBef>
                <a:spcPts val="0"/>
              </a:spcBef>
              <a:spcAft>
                <a:spcPts val="0"/>
              </a:spcAft>
              <a:buSzPts val="14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a:endParaRPr/>
          </a:p>
        </p:txBody>
      </p:sp>
      <p:sp>
        <p:nvSpPr>
          <p:cNvPr id="41" name="Google Shape;41;p7"/>
          <p:cNvSpPr>
            <a:spLocks noGrp="1"/>
          </p:cNvSpPr>
          <p:nvPr>
            <p:ph type="pic" idx="3"/>
          </p:nvPr>
        </p:nvSpPr>
        <p:spPr>
          <a:xfrm>
            <a:off x="5832600" y="1080000"/>
            <a:ext cx="2231400" cy="3060000"/>
          </a:xfrm>
          <a:prstGeom prst="rect">
            <a:avLst/>
          </a:prstGeom>
          <a:noFill/>
          <a:ln>
            <a:noFill/>
          </a:ln>
        </p:spPr>
      </p:sp>
      <p:sp>
        <p:nvSpPr>
          <p:cNvPr id="42" name="Google Shape;42;p7"/>
          <p:cNvSpPr txBox="1">
            <a:spLocks noGrp="1"/>
          </p:cNvSpPr>
          <p:nvPr>
            <p:ph type="subTitle" idx="4"/>
          </p:nvPr>
        </p:nvSpPr>
        <p:spPr>
          <a:xfrm>
            <a:off x="3456300" y="1080000"/>
            <a:ext cx="2231400" cy="30600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800"/>
              <a:buNone/>
              <a:defRPr sz="800"/>
            </a:lvl1pPr>
            <a:lvl2pPr lvl="1" rtl="0">
              <a:spcBef>
                <a:spcPts val="0"/>
              </a:spcBef>
              <a:spcAft>
                <a:spcPts val="0"/>
              </a:spcAft>
              <a:buSzPts val="1400"/>
              <a:buNone/>
              <a:defRPr/>
            </a:lvl2pPr>
            <a:lvl3pPr lvl="2" rtl="0">
              <a:spcBef>
                <a:spcPts val="0"/>
              </a:spcBef>
              <a:spcAft>
                <a:spcPts val="0"/>
              </a:spcAft>
              <a:buSzPts val="1200"/>
              <a:buNone/>
              <a:defRPr/>
            </a:lvl3pPr>
            <a:lvl4pPr lvl="3" rtl="0">
              <a:spcBef>
                <a:spcPts val="0"/>
              </a:spcBef>
              <a:spcAft>
                <a:spcPts val="0"/>
              </a:spcAft>
              <a:buSzPts val="1200"/>
              <a:buNone/>
              <a:defRPr/>
            </a:lvl4pPr>
            <a:lvl5pPr lvl="4" rtl="0">
              <a:spcBef>
                <a:spcPts val="0"/>
              </a:spcBef>
              <a:spcAft>
                <a:spcPts val="0"/>
              </a:spcAft>
              <a:buSzPts val="900"/>
              <a:buNone/>
              <a:defRPr/>
            </a:lvl5pPr>
            <a:lvl6pPr lvl="5" rtl="0">
              <a:spcBef>
                <a:spcPts val="0"/>
              </a:spcBef>
              <a:spcAft>
                <a:spcPts val="0"/>
              </a:spcAft>
              <a:buSzPts val="900"/>
              <a:buNone/>
              <a:defRPr/>
            </a:lvl6pPr>
            <a:lvl7pPr lvl="6" rtl="0">
              <a:spcBef>
                <a:spcPts val="0"/>
              </a:spcBef>
              <a:spcAft>
                <a:spcPts val="0"/>
              </a:spcAft>
              <a:buSzPts val="900"/>
              <a:buNone/>
              <a:defRPr/>
            </a:lvl7pPr>
            <a:lvl8pPr lvl="7" rtl="0">
              <a:spcBef>
                <a:spcPts val="0"/>
              </a:spcBef>
              <a:spcAft>
                <a:spcPts val="0"/>
              </a:spcAft>
              <a:buSzPts val="900"/>
              <a:buNone/>
              <a:defRPr/>
            </a:lvl8pPr>
            <a:lvl9pPr lvl="8" rtl="0">
              <a:spcBef>
                <a:spcPts val="0"/>
              </a:spcBef>
              <a:spcAft>
                <a:spcPts val="0"/>
              </a:spcAft>
              <a:buSzPts val="9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ubtitle Page 2 2 2">
  <p:cSld name="SECTION_HEADER_1_2_2_2">
    <p:spTree>
      <p:nvGrpSpPr>
        <p:cNvPr id="1" name="Shape 43"/>
        <p:cNvGrpSpPr/>
        <p:nvPr/>
      </p:nvGrpSpPr>
      <p:grpSpPr>
        <a:xfrm>
          <a:off x="0" y="0"/>
          <a:ext cx="0" cy="0"/>
          <a:chOff x="0" y="0"/>
          <a:chExt cx="0" cy="0"/>
        </a:xfrm>
      </p:grpSpPr>
      <p:sp>
        <p:nvSpPr>
          <p:cNvPr id="44" name="Google Shape;44;p8"/>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lvl1pPr lvl="0" algn="r">
              <a:buNone/>
              <a:defRPr sz="600">
                <a:solidFill>
                  <a:schemeClr val="dk1"/>
                </a:solidFill>
                <a:latin typeface="Helvetica Neue Light"/>
                <a:ea typeface="Helvetica Neue Light"/>
                <a:cs typeface="Helvetica Neue Light"/>
                <a:sym typeface="Helvetica Neue Light"/>
              </a:defRPr>
            </a:lvl1pPr>
            <a:lvl2pPr lvl="1" algn="r">
              <a:buNone/>
              <a:defRPr sz="600">
                <a:solidFill>
                  <a:schemeClr val="dk1"/>
                </a:solidFill>
                <a:latin typeface="Helvetica Neue Light"/>
                <a:ea typeface="Helvetica Neue Light"/>
                <a:cs typeface="Helvetica Neue Light"/>
                <a:sym typeface="Helvetica Neue Light"/>
              </a:defRPr>
            </a:lvl2pPr>
            <a:lvl3pPr lvl="2" algn="r">
              <a:buNone/>
              <a:defRPr sz="600">
                <a:solidFill>
                  <a:schemeClr val="dk1"/>
                </a:solidFill>
                <a:latin typeface="Helvetica Neue Light"/>
                <a:ea typeface="Helvetica Neue Light"/>
                <a:cs typeface="Helvetica Neue Light"/>
                <a:sym typeface="Helvetica Neue Light"/>
              </a:defRPr>
            </a:lvl3pPr>
            <a:lvl4pPr lvl="3" algn="r">
              <a:buNone/>
              <a:defRPr sz="600">
                <a:solidFill>
                  <a:schemeClr val="dk1"/>
                </a:solidFill>
                <a:latin typeface="Helvetica Neue Light"/>
                <a:ea typeface="Helvetica Neue Light"/>
                <a:cs typeface="Helvetica Neue Light"/>
                <a:sym typeface="Helvetica Neue Light"/>
              </a:defRPr>
            </a:lvl4pPr>
            <a:lvl5pPr lvl="4" algn="r">
              <a:buNone/>
              <a:defRPr sz="600">
                <a:solidFill>
                  <a:schemeClr val="dk1"/>
                </a:solidFill>
                <a:latin typeface="Helvetica Neue Light"/>
                <a:ea typeface="Helvetica Neue Light"/>
                <a:cs typeface="Helvetica Neue Light"/>
                <a:sym typeface="Helvetica Neue Light"/>
              </a:defRPr>
            </a:lvl5pPr>
            <a:lvl6pPr lvl="5" algn="r">
              <a:buNone/>
              <a:defRPr sz="600">
                <a:solidFill>
                  <a:schemeClr val="dk1"/>
                </a:solidFill>
                <a:latin typeface="Helvetica Neue Light"/>
                <a:ea typeface="Helvetica Neue Light"/>
                <a:cs typeface="Helvetica Neue Light"/>
                <a:sym typeface="Helvetica Neue Light"/>
              </a:defRPr>
            </a:lvl6pPr>
            <a:lvl7pPr lvl="6" algn="r">
              <a:buNone/>
              <a:defRPr sz="600">
                <a:solidFill>
                  <a:schemeClr val="dk1"/>
                </a:solidFill>
                <a:latin typeface="Helvetica Neue Light"/>
                <a:ea typeface="Helvetica Neue Light"/>
                <a:cs typeface="Helvetica Neue Light"/>
                <a:sym typeface="Helvetica Neue Light"/>
              </a:defRPr>
            </a:lvl7pPr>
            <a:lvl8pPr lvl="7" algn="r">
              <a:buNone/>
              <a:defRPr sz="600">
                <a:solidFill>
                  <a:schemeClr val="dk1"/>
                </a:solidFill>
                <a:latin typeface="Helvetica Neue Light"/>
                <a:ea typeface="Helvetica Neue Light"/>
                <a:cs typeface="Helvetica Neue Light"/>
                <a:sym typeface="Helvetica Neue Light"/>
              </a:defRPr>
            </a:lvl8pPr>
            <a:lvl9pPr lvl="8" algn="r">
              <a:buNone/>
              <a:defRPr sz="600">
                <a:solidFill>
                  <a:schemeClr val="dk1"/>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GB"/>
              <a:t>‹#›</a:t>
            </a:fld>
            <a:endParaRPr>
              <a:latin typeface="Inter Light"/>
              <a:ea typeface="Inter Light"/>
              <a:cs typeface="Inter Light"/>
              <a:sym typeface="Inter Light"/>
            </a:endParaRPr>
          </a:p>
        </p:txBody>
      </p:sp>
      <p:sp>
        <p:nvSpPr>
          <p:cNvPr id="45" name="Google Shape;45;p8"/>
          <p:cNvSpPr txBox="1">
            <a:spLocks noGrp="1"/>
          </p:cNvSpPr>
          <p:nvPr>
            <p:ph type="subTitle" idx="1"/>
          </p:nvPr>
        </p:nvSpPr>
        <p:spPr>
          <a:xfrm>
            <a:off x="1075770" y="168107"/>
            <a:ext cx="5010600" cy="461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SzPts val="2200"/>
              <a:buFont typeface="Helvetica Neue"/>
              <a:buNone/>
              <a:defRPr sz="2200" b="1">
                <a:latin typeface="Helvetica Neue"/>
                <a:ea typeface="Helvetica Neue"/>
                <a:cs typeface="Helvetica Neue"/>
                <a:sym typeface="Helvetica Neue"/>
              </a:defRPr>
            </a:lvl1pPr>
            <a:lvl2pPr lvl="1">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2pPr>
            <a:lvl3pPr lvl="2">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3pPr>
            <a:lvl4pPr lvl="3">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4pPr>
            <a:lvl5pPr lvl="4">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5pPr>
            <a:lvl6pPr lvl="5">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6pPr>
            <a:lvl7pPr lvl="6">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7pPr>
            <a:lvl8pPr lvl="7">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8pPr>
            <a:lvl9pPr lvl="8">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9pPr>
          </a:lstStyle>
          <a:p>
            <a:endParaRPr/>
          </a:p>
        </p:txBody>
      </p:sp>
      <p:sp>
        <p:nvSpPr>
          <p:cNvPr id="46" name="Google Shape;46;p8"/>
          <p:cNvSpPr/>
          <p:nvPr/>
        </p:nvSpPr>
        <p:spPr>
          <a:xfrm>
            <a:off x="1080000" y="1080000"/>
            <a:ext cx="2231400" cy="3060000"/>
          </a:xfrm>
          <a:prstGeom prst="rect">
            <a:avLst/>
          </a:prstGeom>
          <a:solidFill>
            <a:srgbClr val="DA121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sp>
        <p:nvSpPr>
          <p:cNvPr id="47" name="Google Shape;47;p8"/>
          <p:cNvSpPr/>
          <p:nvPr/>
        </p:nvSpPr>
        <p:spPr>
          <a:xfrm>
            <a:off x="3456300" y="1080000"/>
            <a:ext cx="2231400" cy="10200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sp>
        <p:nvSpPr>
          <p:cNvPr id="48" name="Google Shape;48;p8"/>
          <p:cNvSpPr/>
          <p:nvPr/>
        </p:nvSpPr>
        <p:spPr>
          <a:xfrm>
            <a:off x="3456300" y="2100000"/>
            <a:ext cx="2231400" cy="1020000"/>
          </a:xfrm>
          <a:prstGeom prst="rect">
            <a:avLst/>
          </a:prstGeom>
          <a:solidFill>
            <a:srgbClr val="9D533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sp>
        <p:nvSpPr>
          <p:cNvPr id="49" name="Google Shape;49;p8"/>
          <p:cNvSpPr/>
          <p:nvPr/>
        </p:nvSpPr>
        <p:spPr>
          <a:xfrm>
            <a:off x="3456300" y="3120000"/>
            <a:ext cx="2231400" cy="1020000"/>
          </a:xfrm>
          <a:prstGeom prst="rect">
            <a:avLst/>
          </a:prstGeom>
          <a:solidFill>
            <a:srgbClr val="D2D2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sp>
        <p:nvSpPr>
          <p:cNvPr id="50" name="Google Shape;50;p8"/>
          <p:cNvSpPr/>
          <p:nvPr/>
        </p:nvSpPr>
        <p:spPr>
          <a:xfrm>
            <a:off x="5832600" y="1080000"/>
            <a:ext cx="2231400" cy="1020000"/>
          </a:xfrm>
          <a:prstGeom prst="rect">
            <a:avLst/>
          </a:prstGeom>
          <a:solidFill>
            <a:srgbClr val="40202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sp>
        <p:nvSpPr>
          <p:cNvPr id="51" name="Google Shape;51;p8"/>
          <p:cNvSpPr/>
          <p:nvPr/>
        </p:nvSpPr>
        <p:spPr>
          <a:xfrm>
            <a:off x="5832600" y="2100000"/>
            <a:ext cx="2231400" cy="1020000"/>
          </a:xfrm>
          <a:prstGeom prst="rect">
            <a:avLst/>
          </a:prstGeom>
          <a:solidFill>
            <a:srgbClr val="B7AC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sp>
        <p:nvSpPr>
          <p:cNvPr id="52" name="Google Shape;52;p8"/>
          <p:cNvSpPr/>
          <p:nvPr/>
        </p:nvSpPr>
        <p:spPr>
          <a:xfrm>
            <a:off x="5832600" y="3120000"/>
            <a:ext cx="2231400" cy="1020000"/>
          </a:xfrm>
          <a:prstGeom prst="rect">
            <a:avLst/>
          </a:prstGeom>
          <a:solidFill>
            <a:srgbClr val="FBF5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8 Images">
  <p:cSld name="SECTION_HEADER_1_2_2_1">
    <p:spTree>
      <p:nvGrpSpPr>
        <p:cNvPr id="1" name="Shape 53"/>
        <p:cNvGrpSpPr/>
        <p:nvPr/>
      </p:nvGrpSpPr>
      <p:grpSpPr>
        <a:xfrm>
          <a:off x="0" y="0"/>
          <a:ext cx="0" cy="0"/>
          <a:chOff x="0" y="0"/>
          <a:chExt cx="0" cy="0"/>
        </a:xfrm>
      </p:grpSpPr>
      <p:sp>
        <p:nvSpPr>
          <p:cNvPr id="54" name="Google Shape;54;p9"/>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lvl1pPr lvl="0" algn="r">
              <a:buNone/>
              <a:defRPr sz="600">
                <a:solidFill>
                  <a:schemeClr val="dk1"/>
                </a:solidFill>
                <a:latin typeface="Helvetica Neue Light"/>
                <a:ea typeface="Helvetica Neue Light"/>
                <a:cs typeface="Helvetica Neue Light"/>
                <a:sym typeface="Helvetica Neue Light"/>
              </a:defRPr>
            </a:lvl1pPr>
            <a:lvl2pPr lvl="1" algn="r">
              <a:buNone/>
              <a:defRPr sz="600">
                <a:solidFill>
                  <a:schemeClr val="dk1"/>
                </a:solidFill>
                <a:latin typeface="Helvetica Neue Light"/>
                <a:ea typeface="Helvetica Neue Light"/>
                <a:cs typeface="Helvetica Neue Light"/>
                <a:sym typeface="Helvetica Neue Light"/>
              </a:defRPr>
            </a:lvl2pPr>
            <a:lvl3pPr lvl="2" algn="r">
              <a:buNone/>
              <a:defRPr sz="600">
                <a:solidFill>
                  <a:schemeClr val="dk1"/>
                </a:solidFill>
                <a:latin typeface="Helvetica Neue Light"/>
                <a:ea typeface="Helvetica Neue Light"/>
                <a:cs typeface="Helvetica Neue Light"/>
                <a:sym typeface="Helvetica Neue Light"/>
              </a:defRPr>
            </a:lvl3pPr>
            <a:lvl4pPr lvl="3" algn="r">
              <a:buNone/>
              <a:defRPr sz="600">
                <a:solidFill>
                  <a:schemeClr val="dk1"/>
                </a:solidFill>
                <a:latin typeface="Helvetica Neue Light"/>
                <a:ea typeface="Helvetica Neue Light"/>
                <a:cs typeface="Helvetica Neue Light"/>
                <a:sym typeface="Helvetica Neue Light"/>
              </a:defRPr>
            </a:lvl4pPr>
            <a:lvl5pPr lvl="4" algn="r">
              <a:buNone/>
              <a:defRPr sz="600">
                <a:solidFill>
                  <a:schemeClr val="dk1"/>
                </a:solidFill>
                <a:latin typeface="Helvetica Neue Light"/>
                <a:ea typeface="Helvetica Neue Light"/>
                <a:cs typeface="Helvetica Neue Light"/>
                <a:sym typeface="Helvetica Neue Light"/>
              </a:defRPr>
            </a:lvl5pPr>
            <a:lvl6pPr lvl="5" algn="r">
              <a:buNone/>
              <a:defRPr sz="600">
                <a:solidFill>
                  <a:schemeClr val="dk1"/>
                </a:solidFill>
                <a:latin typeface="Helvetica Neue Light"/>
                <a:ea typeface="Helvetica Neue Light"/>
                <a:cs typeface="Helvetica Neue Light"/>
                <a:sym typeface="Helvetica Neue Light"/>
              </a:defRPr>
            </a:lvl6pPr>
            <a:lvl7pPr lvl="6" algn="r">
              <a:buNone/>
              <a:defRPr sz="600">
                <a:solidFill>
                  <a:schemeClr val="dk1"/>
                </a:solidFill>
                <a:latin typeface="Helvetica Neue Light"/>
                <a:ea typeface="Helvetica Neue Light"/>
                <a:cs typeface="Helvetica Neue Light"/>
                <a:sym typeface="Helvetica Neue Light"/>
              </a:defRPr>
            </a:lvl7pPr>
            <a:lvl8pPr lvl="7" algn="r">
              <a:buNone/>
              <a:defRPr sz="600">
                <a:solidFill>
                  <a:schemeClr val="dk1"/>
                </a:solidFill>
                <a:latin typeface="Helvetica Neue Light"/>
                <a:ea typeface="Helvetica Neue Light"/>
                <a:cs typeface="Helvetica Neue Light"/>
                <a:sym typeface="Helvetica Neue Light"/>
              </a:defRPr>
            </a:lvl8pPr>
            <a:lvl9pPr lvl="8" algn="r">
              <a:buNone/>
              <a:defRPr sz="600">
                <a:solidFill>
                  <a:schemeClr val="dk1"/>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GB"/>
              <a:t>‹#›</a:t>
            </a:fld>
            <a:endParaRPr>
              <a:latin typeface="Inter Light"/>
              <a:ea typeface="Inter Light"/>
              <a:cs typeface="Inter Light"/>
              <a:sym typeface="Inter Light"/>
            </a:endParaRPr>
          </a:p>
        </p:txBody>
      </p:sp>
      <p:sp>
        <p:nvSpPr>
          <p:cNvPr id="55" name="Google Shape;55;p9"/>
          <p:cNvSpPr txBox="1">
            <a:spLocks noGrp="1"/>
          </p:cNvSpPr>
          <p:nvPr>
            <p:ph type="subTitle" idx="1"/>
          </p:nvPr>
        </p:nvSpPr>
        <p:spPr>
          <a:xfrm>
            <a:off x="1079995" y="168107"/>
            <a:ext cx="5010600" cy="461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SzPts val="2200"/>
              <a:buFont typeface="Helvetica Neue"/>
              <a:buNone/>
              <a:defRPr sz="2200" b="1">
                <a:latin typeface="Helvetica Neue"/>
                <a:ea typeface="Helvetica Neue"/>
                <a:cs typeface="Helvetica Neue"/>
                <a:sym typeface="Helvetica Neue"/>
              </a:defRPr>
            </a:lvl1pPr>
            <a:lvl2pPr lvl="1">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2pPr>
            <a:lvl3pPr lvl="2">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3pPr>
            <a:lvl4pPr lvl="3">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4pPr>
            <a:lvl5pPr lvl="4">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5pPr>
            <a:lvl6pPr lvl="5">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6pPr>
            <a:lvl7pPr lvl="6">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7pPr>
            <a:lvl8pPr lvl="7">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8pPr>
            <a:lvl9pPr lvl="8">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9pPr>
          </a:lstStyle>
          <a:p>
            <a:endParaRPr/>
          </a:p>
        </p:txBody>
      </p:sp>
      <p:sp>
        <p:nvSpPr>
          <p:cNvPr id="56" name="Google Shape;56;p9"/>
          <p:cNvSpPr>
            <a:spLocks noGrp="1"/>
          </p:cNvSpPr>
          <p:nvPr>
            <p:ph type="pic" idx="2"/>
          </p:nvPr>
        </p:nvSpPr>
        <p:spPr>
          <a:xfrm>
            <a:off x="1077850" y="1080000"/>
            <a:ext cx="1687800" cy="1203300"/>
          </a:xfrm>
          <a:prstGeom prst="rect">
            <a:avLst/>
          </a:prstGeom>
          <a:noFill/>
          <a:ln>
            <a:noFill/>
          </a:ln>
        </p:spPr>
      </p:sp>
      <p:sp>
        <p:nvSpPr>
          <p:cNvPr id="57" name="Google Shape;57;p9"/>
          <p:cNvSpPr>
            <a:spLocks noGrp="1"/>
          </p:cNvSpPr>
          <p:nvPr>
            <p:ph type="pic" idx="3"/>
          </p:nvPr>
        </p:nvSpPr>
        <p:spPr>
          <a:xfrm>
            <a:off x="2845388" y="1080000"/>
            <a:ext cx="1687800" cy="1203300"/>
          </a:xfrm>
          <a:prstGeom prst="rect">
            <a:avLst/>
          </a:prstGeom>
          <a:noFill/>
          <a:ln>
            <a:noFill/>
          </a:ln>
        </p:spPr>
      </p:sp>
      <p:sp>
        <p:nvSpPr>
          <p:cNvPr id="58" name="Google Shape;58;p9"/>
          <p:cNvSpPr>
            <a:spLocks noGrp="1"/>
          </p:cNvSpPr>
          <p:nvPr>
            <p:ph type="pic" idx="4"/>
          </p:nvPr>
        </p:nvSpPr>
        <p:spPr>
          <a:xfrm>
            <a:off x="4611863" y="1080000"/>
            <a:ext cx="1687800" cy="1203300"/>
          </a:xfrm>
          <a:prstGeom prst="rect">
            <a:avLst/>
          </a:prstGeom>
          <a:noFill/>
          <a:ln>
            <a:noFill/>
          </a:ln>
        </p:spPr>
      </p:sp>
      <p:sp>
        <p:nvSpPr>
          <p:cNvPr id="59" name="Google Shape;59;p9"/>
          <p:cNvSpPr>
            <a:spLocks noGrp="1"/>
          </p:cNvSpPr>
          <p:nvPr>
            <p:ph type="pic" idx="5"/>
          </p:nvPr>
        </p:nvSpPr>
        <p:spPr>
          <a:xfrm>
            <a:off x="1077850" y="2579050"/>
            <a:ext cx="1687800" cy="1203300"/>
          </a:xfrm>
          <a:prstGeom prst="rect">
            <a:avLst/>
          </a:prstGeom>
          <a:noFill/>
          <a:ln>
            <a:noFill/>
          </a:ln>
        </p:spPr>
      </p:sp>
      <p:sp>
        <p:nvSpPr>
          <p:cNvPr id="60" name="Google Shape;60;p9"/>
          <p:cNvSpPr>
            <a:spLocks noGrp="1"/>
          </p:cNvSpPr>
          <p:nvPr>
            <p:ph type="pic" idx="6"/>
          </p:nvPr>
        </p:nvSpPr>
        <p:spPr>
          <a:xfrm>
            <a:off x="2845388" y="2579050"/>
            <a:ext cx="1687800" cy="1203300"/>
          </a:xfrm>
          <a:prstGeom prst="rect">
            <a:avLst/>
          </a:prstGeom>
          <a:noFill/>
          <a:ln>
            <a:noFill/>
          </a:ln>
        </p:spPr>
      </p:sp>
      <p:sp>
        <p:nvSpPr>
          <p:cNvPr id="61" name="Google Shape;61;p9"/>
          <p:cNvSpPr>
            <a:spLocks noGrp="1"/>
          </p:cNvSpPr>
          <p:nvPr>
            <p:ph type="pic" idx="7"/>
          </p:nvPr>
        </p:nvSpPr>
        <p:spPr>
          <a:xfrm>
            <a:off x="4611863" y="2579050"/>
            <a:ext cx="1687800" cy="1203300"/>
          </a:xfrm>
          <a:prstGeom prst="rect">
            <a:avLst/>
          </a:prstGeom>
          <a:noFill/>
          <a:ln>
            <a:noFill/>
          </a:ln>
        </p:spPr>
      </p:sp>
      <p:sp>
        <p:nvSpPr>
          <p:cNvPr id="62" name="Google Shape;62;p9"/>
          <p:cNvSpPr>
            <a:spLocks noGrp="1"/>
          </p:cNvSpPr>
          <p:nvPr>
            <p:ph type="pic" idx="8"/>
          </p:nvPr>
        </p:nvSpPr>
        <p:spPr>
          <a:xfrm>
            <a:off x="6378338" y="2579050"/>
            <a:ext cx="1687800" cy="1203300"/>
          </a:xfrm>
          <a:prstGeom prst="rect">
            <a:avLst/>
          </a:prstGeom>
          <a:noFill/>
          <a:ln>
            <a:noFill/>
          </a:ln>
        </p:spPr>
      </p:sp>
      <p:sp>
        <p:nvSpPr>
          <p:cNvPr id="63" name="Google Shape;63;p9"/>
          <p:cNvSpPr>
            <a:spLocks noGrp="1"/>
          </p:cNvSpPr>
          <p:nvPr>
            <p:ph type="pic" idx="9"/>
          </p:nvPr>
        </p:nvSpPr>
        <p:spPr>
          <a:xfrm>
            <a:off x="6378338" y="1080000"/>
            <a:ext cx="1687800" cy="1203300"/>
          </a:xfrm>
          <a:prstGeom prst="rect">
            <a:avLst/>
          </a:prstGeom>
          <a:noFill/>
          <a:ln>
            <a:noFill/>
          </a:ln>
        </p:spPr>
      </p:sp>
      <p:sp>
        <p:nvSpPr>
          <p:cNvPr id="64" name="Google Shape;64;p9"/>
          <p:cNvSpPr txBox="1">
            <a:spLocks noGrp="1"/>
          </p:cNvSpPr>
          <p:nvPr>
            <p:ph type="subTitle" idx="13"/>
          </p:nvPr>
        </p:nvSpPr>
        <p:spPr>
          <a:xfrm>
            <a:off x="3456300" y="3832200"/>
            <a:ext cx="2231400" cy="307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800"/>
              <a:buNone/>
              <a:defRPr sz="800" b="1"/>
            </a:lvl1pPr>
            <a:lvl2pPr lvl="1">
              <a:spcBef>
                <a:spcPts val="0"/>
              </a:spcBef>
              <a:spcAft>
                <a:spcPts val="0"/>
              </a:spcAft>
              <a:buSzPts val="14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4 Images">
  <p:cSld name="SECTION_HEADER_1_2_2_1_1">
    <p:spTree>
      <p:nvGrpSpPr>
        <p:cNvPr id="1" name="Shape 65"/>
        <p:cNvGrpSpPr/>
        <p:nvPr/>
      </p:nvGrpSpPr>
      <p:grpSpPr>
        <a:xfrm>
          <a:off x="0" y="0"/>
          <a:ext cx="0" cy="0"/>
          <a:chOff x="0" y="0"/>
          <a:chExt cx="0" cy="0"/>
        </a:xfrm>
      </p:grpSpPr>
      <p:sp>
        <p:nvSpPr>
          <p:cNvPr id="66" name="Google Shape;66;p10"/>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lvl1pPr lvl="0" algn="r">
              <a:buNone/>
              <a:defRPr sz="600">
                <a:solidFill>
                  <a:schemeClr val="dk1"/>
                </a:solidFill>
                <a:latin typeface="Helvetica Neue Light"/>
                <a:ea typeface="Helvetica Neue Light"/>
                <a:cs typeface="Helvetica Neue Light"/>
                <a:sym typeface="Helvetica Neue Light"/>
              </a:defRPr>
            </a:lvl1pPr>
            <a:lvl2pPr lvl="1" algn="r">
              <a:buNone/>
              <a:defRPr sz="600">
                <a:solidFill>
                  <a:schemeClr val="dk1"/>
                </a:solidFill>
                <a:latin typeface="Helvetica Neue Light"/>
                <a:ea typeface="Helvetica Neue Light"/>
                <a:cs typeface="Helvetica Neue Light"/>
                <a:sym typeface="Helvetica Neue Light"/>
              </a:defRPr>
            </a:lvl2pPr>
            <a:lvl3pPr lvl="2" algn="r">
              <a:buNone/>
              <a:defRPr sz="600">
                <a:solidFill>
                  <a:schemeClr val="dk1"/>
                </a:solidFill>
                <a:latin typeface="Helvetica Neue Light"/>
                <a:ea typeface="Helvetica Neue Light"/>
                <a:cs typeface="Helvetica Neue Light"/>
                <a:sym typeface="Helvetica Neue Light"/>
              </a:defRPr>
            </a:lvl3pPr>
            <a:lvl4pPr lvl="3" algn="r">
              <a:buNone/>
              <a:defRPr sz="600">
                <a:solidFill>
                  <a:schemeClr val="dk1"/>
                </a:solidFill>
                <a:latin typeface="Helvetica Neue Light"/>
                <a:ea typeface="Helvetica Neue Light"/>
                <a:cs typeface="Helvetica Neue Light"/>
                <a:sym typeface="Helvetica Neue Light"/>
              </a:defRPr>
            </a:lvl4pPr>
            <a:lvl5pPr lvl="4" algn="r">
              <a:buNone/>
              <a:defRPr sz="600">
                <a:solidFill>
                  <a:schemeClr val="dk1"/>
                </a:solidFill>
                <a:latin typeface="Helvetica Neue Light"/>
                <a:ea typeface="Helvetica Neue Light"/>
                <a:cs typeface="Helvetica Neue Light"/>
                <a:sym typeface="Helvetica Neue Light"/>
              </a:defRPr>
            </a:lvl5pPr>
            <a:lvl6pPr lvl="5" algn="r">
              <a:buNone/>
              <a:defRPr sz="600">
                <a:solidFill>
                  <a:schemeClr val="dk1"/>
                </a:solidFill>
                <a:latin typeface="Helvetica Neue Light"/>
                <a:ea typeface="Helvetica Neue Light"/>
                <a:cs typeface="Helvetica Neue Light"/>
                <a:sym typeface="Helvetica Neue Light"/>
              </a:defRPr>
            </a:lvl6pPr>
            <a:lvl7pPr lvl="6" algn="r">
              <a:buNone/>
              <a:defRPr sz="600">
                <a:solidFill>
                  <a:schemeClr val="dk1"/>
                </a:solidFill>
                <a:latin typeface="Helvetica Neue Light"/>
                <a:ea typeface="Helvetica Neue Light"/>
                <a:cs typeface="Helvetica Neue Light"/>
                <a:sym typeface="Helvetica Neue Light"/>
              </a:defRPr>
            </a:lvl7pPr>
            <a:lvl8pPr lvl="7" algn="r">
              <a:buNone/>
              <a:defRPr sz="600">
                <a:solidFill>
                  <a:schemeClr val="dk1"/>
                </a:solidFill>
                <a:latin typeface="Helvetica Neue Light"/>
                <a:ea typeface="Helvetica Neue Light"/>
                <a:cs typeface="Helvetica Neue Light"/>
                <a:sym typeface="Helvetica Neue Light"/>
              </a:defRPr>
            </a:lvl8pPr>
            <a:lvl9pPr lvl="8" algn="r">
              <a:buNone/>
              <a:defRPr sz="600">
                <a:solidFill>
                  <a:schemeClr val="dk1"/>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GB"/>
              <a:t>‹#›</a:t>
            </a:fld>
            <a:endParaRPr>
              <a:latin typeface="Inter Light"/>
              <a:ea typeface="Inter Light"/>
              <a:cs typeface="Inter Light"/>
              <a:sym typeface="Inter Light"/>
            </a:endParaRPr>
          </a:p>
        </p:txBody>
      </p:sp>
      <p:sp>
        <p:nvSpPr>
          <p:cNvPr id="67" name="Google Shape;67;p10"/>
          <p:cNvSpPr txBox="1">
            <a:spLocks noGrp="1"/>
          </p:cNvSpPr>
          <p:nvPr>
            <p:ph type="subTitle" idx="1"/>
          </p:nvPr>
        </p:nvSpPr>
        <p:spPr>
          <a:xfrm>
            <a:off x="1079995" y="168107"/>
            <a:ext cx="5010600" cy="461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SzPts val="2200"/>
              <a:buFont typeface="Helvetica Neue"/>
              <a:buNone/>
              <a:defRPr sz="2200" b="1">
                <a:latin typeface="Helvetica Neue"/>
                <a:ea typeface="Helvetica Neue"/>
                <a:cs typeface="Helvetica Neue"/>
                <a:sym typeface="Helvetica Neue"/>
              </a:defRPr>
            </a:lvl1pPr>
            <a:lvl2pPr lvl="1">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2pPr>
            <a:lvl3pPr lvl="2">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3pPr>
            <a:lvl4pPr lvl="3">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4pPr>
            <a:lvl5pPr lvl="4">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5pPr>
            <a:lvl6pPr lvl="5">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6pPr>
            <a:lvl7pPr lvl="6">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7pPr>
            <a:lvl8pPr lvl="7">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8pPr>
            <a:lvl9pPr lvl="8">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9pPr>
          </a:lstStyle>
          <a:p>
            <a:endParaRPr/>
          </a:p>
        </p:txBody>
      </p:sp>
      <p:sp>
        <p:nvSpPr>
          <p:cNvPr id="68" name="Google Shape;68;p10"/>
          <p:cNvSpPr>
            <a:spLocks noGrp="1"/>
          </p:cNvSpPr>
          <p:nvPr>
            <p:ph type="pic" idx="2"/>
          </p:nvPr>
        </p:nvSpPr>
        <p:spPr>
          <a:xfrm>
            <a:off x="1077850" y="1080000"/>
            <a:ext cx="1687800" cy="2702100"/>
          </a:xfrm>
          <a:prstGeom prst="rect">
            <a:avLst/>
          </a:prstGeom>
          <a:noFill/>
          <a:ln>
            <a:noFill/>
          </a:ln>
        </p:spPr>
      </p:sp>
      <p:sp>
        <p:nvSpPr>
          <p:cNvPr id="69" name="Google Shape;69;p10"/>
          <p:cNvSpPr>
            <a:spLocks noGrp="1"/>
          </p:cNvSpPr>
          <p:nvPr>
            <p:ph type="pic" idx="3"/>
          </p:nvPr>
        </p:nvSpPr>
        <p:spPr>
          <a:xfrm>
            <a:off x="2845400" y="1080057"/>
            <a:ext cx="1687800" cy="2702100"/>
          </a:xfrm>
          <a:prstGeom prst="rect">
            <a:avLst/>
          </a:prstGeom>
          <a:noFill/>
          <a:ln>
            <a:noFill/>
          </a:ln>
        </p:spPr>
      </p:sp>
      <p:sp>
        <p:nvSpPr>
          <p:cNvPr id="70" name="Google Shape;70;p10"/>
          <p:cNvSpPr>
            <a:spLocks noGrp="1"/>
          </p:cNvSpPr>
          <p:nvPr>
            <p:ph type="pic" idx="4"/>
          </p:nvPr>
        </p:nvSpPr>
        <p:spPr>
          <a:xfrm>
            <a:off x="4611875" y="1080057"/>
            <a:ext cx="1687800" cy="2702100"/>
          </a:xfrm>
          <a:prstGeom prst="rect">
            <a:avLst/>
          </a:prstGeom>
          <a:noFill/>
          <a:ln>
            <a:noFill/>
          </a:ln>
        </p:spPr>
      </p:sp>
      <p:sp>
        <p:nvSpPr>
          <p:cNvPr id="71" name="Google Shape;71;p10"/>
          <p:cNvSpPr>
            <a:spLocks noGrp="1"/>
          </p:cNvSpPr>
          <p:nvPr>
            <p:ph type="pic" idx="5"/>
          </p:nvPr>
        </p:nvSpPr>
        <p:spPr>
          <a:xfrm>
            <a:off x="6378350" y="1080057"/>
            <a:ext cx="1687800" cy="2702100"/>
          </a:xfrm>
          <a:prstGeom prst="rect">
            <a:avLst/>
          </a:prstGeom>
          <a:noFill/>
          <a:ln>
            <a:noFill/>
          </a:ln>
        </p:spPr>
      </p:sp>
      <p:sp>
        <p:nvSpPr>
          <p:cNvPr id="72" name="Google Shape;72;p10"/>
          <p:cNvSpPr txBox="1">
            <a:spLocks noGrp="1"/>
          </p:cNvSpPr>
          <p:nvPr>
            <p:ph type="subTitle" idx="6"/>
          </p:nvPr>
        </p:nvSpPr>
        <p:spPr>
          <a:xfrm>
            <a:off x="3456300" y="3832200"/>
            <a:ext cx="2231400" cy="307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800"/>
              <a:buNone/>
              <a:defRPr sz="800" b="1"/>
            </a:lvl1pPr>
            <a:lvl2pPr lvl="1">
              <a:spcBef>
                <a:spcPts val="0"/>
              </a:spcBef>
              <a:spcAft>
                <a:spcPts val="0"/>
              </a:spcAft>
              <a:buSzPts val="14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2 Images">
  <p:cSld name="SECTION_HEADER_1_2_2_1_1_1">
    <p:spTree>
      <p:nvGrpSpPr>
        <p:cNvPr id="1" name="Shape 73"/>
        <p:cNvGrpSpPr/>
        <p:nvPr/>
      </p:nvGrpSpPr>
      <p:grpSpPr>
        <a:xfrm>
          <a:off x="0" y="0"/>
          <a:ext cx="0" cy="0"/>
          <a:chOff x="0" y="0"/>
          <a:chExt cx="0" cy="0"/>
        </a:xfrm>
      </p:grpSpPr>
      <p:sp>
        <p:nvSpPr>
          <p:cNvPr id="74" name="Google Shape;74;p11"/>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lvl1pPr lvl="0" algn="r">
              <a:buNone/>
              <a:defRPr sz="600">
                <a:solidFill>
                  <a:schemeClr val="dk1"/>
                </a:solidFill>
                <a:latin typeface="Helvetica Neue Light"/>
                <a:ea typeface="Helvetica Neue Light"/>
                <a:cs typeface="Helvetica Neue Light"/>
                <a:sym typeface="Helvetica Neue Light"/>
              </a:defRPr>
            </a:lvl1pPr>
            <a:lvl2pPr lvl="1" algn="r">
              <a:buNone/>
              <a:defRPr sz="600">
                <a:solidFill>
                  <a:schemeClr val="dk1"/>
                </a:solidFill>
                <a:latin typeface="Helvetica Neue Light"/>
                <a:ea typeface="Helvetica Neue Light"/>
                <a:cs typeface="Helvetica Neue Light"/>
                <a:sym typeface="Helvetica Neue Light"/>
              </a:defRPr>
            </a:lvl2pPr>
            <a:lvl3pPr lvl="2" algn="r">
              <a:buNone/>
              <a:defRPr sz="600">
                <a:solidFill>
                  <a:schemeClr val="dk1"/>
                </a:solidFill>
                <a:latin typeface="Helvetica Neue Light"/>
                <a:ea typeface="Helvetica Neue Light"/>
                <a:cs typeface="Helvetica Neue Light"/>
                <a:sym typeface="Helvetica Neue Light"/>
              </a:defRPr>
            </a:lvl3pPr>
            <a:lvl4pPr lvl="3" algn="r">
              <a:buNone/>
              <a:defRPr sz="600">
                <a:solidFill>
                  <a:schemeClr val="dk1"/>
                </a:solidFill>
                <a:latin typeface="Helvetica Neue Light"/>
                <a:ea typeface="Helvetica Neue Light"/>
                <a:cs typeface="Helvetica Neue Light"/>
                <a:sym typeface="Helvetica Neue Light"/>
              </a:defRPr>
            </a:lvl4pPr>
            <a:lvl5pPr lvl="4" algn="r">
              <a:buNone/>
              <a:defRPr sz="600">
                <a:solidFill>
                  <a:schemeClr val="dk1"/>
                </a:solidFill>
                <a:latin typeface="Helvetica Neue Light"/>
                <a:ea typeface="Helvetica Neue Light"/>
                <a:cs typeface="Helvetica Neue Light"/>
                <a:sym typeface="Helvetica Neue Light"/>
              </a:defRPr>
            </a:lvl5pPr>
            <a:lvl6pPr lvl="5" algn="r">
              <a:buNone/>
              <a:defRPr sz="600">
                <a:solidFill>
                  <a:schemeClr val="dk1"/>
                </a:solidFill>
                <a:latin typeface="Helvetica Neue Light"/>
                <a:ea typeface="Helvetica Neue Light"/>
                <a:cs typeface="Helvetica Neue Light"/>
                <a:sym typeface="Helvetica Neue Light"/>
              </a:defRPr>
            </a:lvl6pPr>
            <a:lvl7pPr lvl="6" algn="r">
              <a:buNone/>
              <a:defRPr sz="600">
                <a:solidFill>
                  <a:schemeClr val="dk1"/>
                </a:solidFill>
                <a:latin typeface="Helvetica Neue Light"/>
                <a:ea typeface="Helvetica Neue Light"/>
                <a:cs typeface="Helvetica Neue Light"/>
                <a:sym typeface="Helvetica Neue Light"/>
              </a:defRPr>
            </a:lvl7pPr>
            <a:lvl8pPr lvl="7" algn="r">
              <a:buNone/>
              <a:defRPr sz="600">
                <a:solidFill>
                  <a:schemeClr val="dk1"/>
                </a:solidFill>
                <a:latin typeface="Helvetica Neue Light"/>
                <a:ea typeface="Helvetica Neue Light"/>
                <a:cs typeface="Helvetica Neue Light"/>
                <a:sym typeface="Helvetica Neue Light"/>
              </a:defRPr>
            </a:lvl8pPr>
            <a:lvl9pPr lvl="8" algn="r">
              <a:buNone/>
              <a:defRPr sz="600">
                <a:solidFill>
                  <a:schemeClr val="dk1"/>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GB"/>
              <a:t>‹#›</a:t>
            </a:fld>
            <a:endParaRPr>
              <a:latin typeface="Inter Light"/>
              <a:ea typeface="Inter Light"/>
              <a:cs typeface="Inter Light"/>
              <a:sym typeface="Inter Light"/>
            </a:endParaRPr>
          </a:p>
        </p:txBody>
      </p:sp>
      <p:sp>
        <p:nvSpPr>
          <p:cNvPr id="75" name="Google Shape;75;p11"/>
          <p:cNvSpPr txBox="1">
            <a:spLocks noGrp="1"/>
          </p:cNvSpPr>
          <p:nvPr>
            <p:ph type="subTitle" idx="1"/>
          </p:nvPr>
        </p:nvSpPr>
        <p:spPr>
          <a:xfrm>
            <a:off x="1079995" y="168107"/>
            <a:ext cx="5010600" cy="461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SzPts val="2200"/>
              <a:buFont typeface="Helvetica Neue"/>
              <a:buNone/>
              <a:defRPr sz="2200" b="1">
                <a:latin typeface="Helvetica Neue"/>
                <a:ea typeface="Helvetica Neue"/>
                <a:cs typeface="Helvetica Neue"/>
                <a:sym typeface="Helvetica Neue"/>
              </a:defRPr>
            </a:lvl1pPr>
            <a:lvl2pPr lvl="1">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2pPr>
            <a:lvl3pPr lvl="2">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3pPr>
            <a:lvl4pPr lvl="3">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4pPr>
            <a:lvl5pPr lvl="4">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5pPr>
            <a:lvl6pPr lvl="5">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6pPr>
            <a:lvl7pPr lvl="6">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7pPr>
            <a:lvl8pPr lvl="7">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8pPr>
            <a:lvl9pPr lvl="8">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9pPr>
          </a:lstStyle>
          <a:p>
            <a:endParaRPr/>
          </a:p>
        </p:txBody>
      </p:sp>
      <p:sp>
        <p:nvSpPr>
          <p:cNvPr id="76" name="Google Shape;76;p11"/>
          <p:cNvSpPr>
            <a:spLocks noGrp="1"/>
          </p:cNvSpPr>
          <p:nvPr>
            <p:ph type="pic" idx="2"/>
          </p:nvPr>
        </p:nvSpPr>
        <p:spPr>
          <a:xfrm>
            <a:off x="1077850" y="1080000"/>
            <a:ext cx="3455400" cy="2702100"/>
          </a:xfrm>
          <a:prstGeom prst="rect">
            <a:avLst/>
          </a:prstGeom>
          <a:noFill/>
          <a:ln>
            <a:noFill/>
          </a:ln>
        </p:spPr>
      </p:sp>
      <p:sp>
        <p:nvSpPr>
          <p:cNvPr id="77" name="Google Shape;77;p11"/>
          <p:cNvSpPr txBox="1">
            <a:spLocks noGrp="1"/>
          </p:cNvSpPr>
          <p:nvPr>
            <p:ph type="subTitle" idx="3"/>
          </p:nvPr>
        </p:nvSpPr>
        <p:spPr>
          <a:xfrm>
            <a:off x="3456300" y="3832200"/>
            <a:ext cx="2231400" cy="307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800"/>
              <a:buNone/>
              <a:defRPr sz="800" b="1"/>
            </a:lvl1pPr>
            <a:lvl2pPr lvl="1">
              <a:spcBef>
                <a:spcPts val="0"/>
              </a:spcBef>
              <a:spcAft>
                <a:spcPts val="0"/>
              </a:spcAft>
              <a:buSzPts val="1400"/>
              <a:buNone/>
              <a:defRPr/>
            </a:lvl2pPr>
            <a:lvl3pPr lvl="2">
              <a:spcBef>
                <a:spcPts val="0"/>
              </a:spcBef>
              <a:spcAft>
                <a:spcPts val="0"/>
              </a:spcAft>
              <a:buSzPts val="1200"/>
              <a:buNone/>
              <a:defRPr/>
            </a:lvl3pPr>
            <a:lvl4pPr lvl="3">
              <a:spcBef>
                <a:spcPts val="0"/>
              </a:spcBef>
              <a:spcAft>
                <a:spcPts val="0"/>
              </a:spcAft>
              <a:buSzPts val="1200"/>
              <a:buNone/>
              <a:defRPr/>
            </a:lvl4pPr>
            <a:lvl5pPr lvl="4">
              <a:spcBef>
                <a:spcPts val="0"/>
              </a:spcBef>
              <a:spcAft>
                <a:spcPts val="0"/>
              </a:spcAft>
              <a:buSzPts val="900"/>
              <a:buNone/>
              <a:defRPr/>
            </a:lvl5pPr>
            <a:lvl6pPr lvl="5">
              <a:spcBef>
                <a:spcPts val="0"/>
              </a:spcBef>
              <a:spcAft>
                <a:spcPts val="0"/>
              </a:spcAft>
              <a:buSzPts val="900"/>
              <a:buNone/>
              <a:defRPr/>
            </a:lvl6pPr>
            <a:lvl7pPr lvl="6">
              <a:spcBef>
                <a:spcPts val="0"/>
              </a:spcBef>
              <a:spcAft>
                <a:spcPts val="0"/>
              </a:spcAft>
              <a:buSzPts val="900"/>
              <a:buNone/>
              <a:defRPr/>
            </a:lvl7pPr>
            <a:lvl8pPr lvl="7">
              <a:spcBef>
                <a:spcPts val="0"/>
              </a:spcBef>
              <a:spcAft>
                <a:spcPts val="0"/>
              </a:spcAft>
              <a:buSzPts val="900"/>
              <a:buNone/>
              <a:defRPr/>
            </a:lvl8pPr>
            <a:lvl9pPr lvl="8">
              <a:spcBef>
                <a:spcPts val="0"/>
              </a:spcBef>
              <a:spcAft>
                <a:spcPts val="0"/>
              </a:spcAft>
              <a:buSzPts val="900"/>
              <a:buNone/>
              <a:defRPr/>
            </a:lvl9pPr>
          </a:lstStyle>
          <a:p>
            <a:endParaRPr/>
          </a:p>
        </p:txBody>
      </p:sp>
      <p:sp>
        <p:nvSpPr>
          <p:cNvPr id="78" name="Google Shape;78;p11"/>
          <p:cNvSpPr>
            <a:spLocks noGrp="1"/>
          </p:cNvSpPr>
          <p:nvPr>
            <p:ph type="pic" idx="4"/>
          </p:nvPr>
        </p:nvSpPr>
        <p:spPr>
          <a:xfrm>
            <a:off x="4608600" y="1080000"/>
            <a:ext cx="3455400" cy="27021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Page">
  <p:cSld name="SECTION_HEADER_1_1">
    <p:spTree>
      <p:nvGrpSpPr>
        <p:cNvPr id="1" name="Shape 79"/>
        <p:cNvGrpSpPr/>
        <p:nvPr/>
      </p:nvGrpSpPr>
      <p:grpSpPr>
        <a:xfrm>
          <a:off x="0" y="0"/>
          <a:ext cx="0" cy="0"/>
          <a:chOff x="0" y="0"/>
          <a:chExt cx="0" cy="0"/>
        </a:xfrm>
      </p:grpSpPr>
      <p:sp>
        <p:nvSpPr>
          <p:cNvPr id="80" name="Google Shape;80;p12"/>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lvl1pPr lvl="0" algn="r">
              <a:buNone/>
              <a:defRPr sz="600">
                <a:solidFill>
                  <a:schemeClr val="dk1"/>
                </a:solidFill>
                <a:latin typeface="Helvetica Neue Light"/>
                <a:ea typeface="Helvetica Neue Light"/>
                <a:cs typeface="Helvetica Neue Light"/>
                <a:sym typeface="Helvetica Neue Light"/>
              </a:defRPr>
            </a:lvl1pPr>
            <a:lvl2pPr lvl="1" algn="r">
              <a:buNone/>
              <a:defRPr sz="600">
                <a:solidFill>
                  <a:schemeClr val="dk1"/>
                </a:solidFill>
                <a:latin typeface="Helvetica Neue Light"/>
                <a:ea typeface="Helvetica Neue Light"/>
                <a:cs typeface="Helvetica Neue Light"/>
                <a:sym typeface="Helvetica Neue Light"/>
              </a:defRPr>
            </a:lvl2pPr>
            <a:lvl3pPr lvl="2" algn="r">
              <a:buNone/>
              <a:defRPr sz="600">
                <a:solidFill>
                  <a:schemeClr val="dk1"/>
                </a:solidFill>
                <a:latin typeface="Helvetica Neue Light"/>
                <a:ea typeface="Helvetica Neue Light"/>
                <a:cs typeface="Helvetica Neue Light"/>
                <a:sym typeface="Helvetica Neue Light"/>
              </a:defRPr>
            </a:lvl3pPr>
            <a:lvl4pPr lvl="3" algn="r">
              <a:buNone/>
              <a:defRPr sz="600">
                <a:solidFill>
                  <a:schemeClr val="dk1"/>
                </a:solidFill>
                <a:latin typeface="Helvetica Neue Light"/>
                <a:ea typeface="Helvetica Neue Light"/>
                <a:cs typeface="Helvetica Neue Light"/>
                <a:sym typeface="Helvetica Neue Light"/>
              </a:defRPr>
            </a:lvl4pPr>
            <a:lvl5pPr lvl="4" algn="r">
              <a:buNone/>
              <a:defRPr sz="600">
                <a:solidFill>
                  <a:schemeClr val="dk1"/>
                </a:solidFill>
                <a:latin typeface="Helvetica Neue Light"/>
                <a:ea typeface="Helvetica Neue Light"/>
                <a:cs typeface="Helvetica Neue Light"/>
                <a:sym typeface="Helvetica Neue Light"/>
              </a:defRPr>
            </a:lvl5pPr>
            <a:lvl6pPr lvl="5" algn="r">
              <a:buNone/>
              <a:defRPr sz="600">
                <a:solidFill>
                  <a:schemeClr val="dk1"/>
                </a:solidFill>
                <a:latin typeface="Helvetica Neue Light"/>
                <a:ea typeface="Helvetica Neue Light"/>
                <a:cs typeface="Helvetica Neue Light"/>
                <a:sym typeface="Helvetica Neue Light"/>
              </a:defRPr>
            </a:lvl6pPr>
            <a:lvl7pPr lvl="6" algn="r">
              <a:buNone/>
              <a:defRPr sz="600">
                <a:solidFill>
                  <a:schemeClr val="dk1"/>
                </a:solidFill>
                <a:latin typeface="Helvetica Neue Light"/>
                <a:ea typeface="Helvetica Neue Light"/>
                <a:cs typeface="Helvetica Neue Light"/>
                <a:sym typeface="Helvetica Neue Light"/>
              </a:defRPr>
            </a:lvl7pPr>
            <a:lvl8pPr lvl="7" algn="r">
              <a:buNone/>
              <a:defRPr sz="600">
                <a:solidFill>
                  <a:schemeClr val="dk1"/>
                </a:solidFill>
                <a:latin typeface="Helvetica Neue Light"/>
                <a:ea typeface="Helvetica Neue Light"/>
                <a:cs typeface="Helvetica Neue Light"/>
                <a:sym typeface="Helvetica Neue Light"/>
              </a:defRPr>
            </a:lvl8pPr>
            <a:lvl9pPr lvl="8" algn="r">
              <a:buNone/>
              <a:defRPr sz="600">
                <a:solidFill>
                  <a:schemeClr val="dk1"/>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GB"/>
              <a:t>‹#›</a:t>
            </a:fld>
            <a:endParaRPr>
              <a:latin typeface="Inter Light"/>
              <a:ea typeface="Inter Light"/>
              <a:cs typeface="Inter Light"/>
              <a:sym typeface="Inter Light"/>
            </a:endParaRPr>
          </a:p>
        </p:txBody>
      </p:sp>
      <p:sp>
        <p:nvSpPr>
          <p:cNvPr id="81" name="Google Shape;81;p12"/>
          <p:cNvSpPr txBox="1">
            <a:spLocks noGrp="1"/>
          </p:cNvSpPr>
          <p:nvPr>
            <p:ph type="subTitle" idx="1"/>
          </p:nvPr>
        </p:nvSpPr>
        <p:spPr>
          <a:xfrm>
            <a:off x="1081220" y="168107"/>
            <a:ext cx="5010600" cy="461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SzPts val="2200"/>
              <a:buFont typeface="Helvetica Neue"/>
              <a:buNone/>
              <a:defRPr sz="2200" b="1">
                <a:latin typeface="Helvetica Neue"/>
                <a:ea typeface="Helvetica Neue"/>
                <a:cs typeface="Helvetica Neue"/>
                <a:sym typeface="Helvetica Neue"/>
              </a:defRPr>
            </a:lvl1pPr>
            <a:lvl2pPr lvl="1">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2pPr>
            <a:lvl3pPr lvl="2">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3pPr>
            <a:lvl4pPr lvl="3">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4pPr>
            <a:lvl5pPr lvl="4">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5pPr>
            <a:lvl6pPr lvl="5">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6pPr>
            <a:lvl7pPr lvl="6">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7pPr>
            <a:lvl8pPr lvl="7">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8pPr>
            <a:lvl9pPr lvl="8">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9pPr>
          </a:lstStyle>
          <a:p>
            <a:endParaRPr/>
          </a:p>
        </p:txBody>
      </p:sp>
      <p:sp>
        <p:nvSpPr>
          <p:cNvPr id="82" name="Google Shape;82;p12"/>
          <p:cNvSpPr txBox="1">
            <a:spLocks noGrp="1"/>
          </p:cNvSpPr>
          <p:nvPr>
            <p:ph type="title"/>
          </p:nvPr>
        </p:nvSpPr>
        <p:spPr>
          <a:xfrm>
            <a:off x="1080000" y="1073000"/>
            <a:ext cx="6984000" cy="325800"/>
          </a:xfrm>
          <a:prstGeom prst="rect">
            <a:avLst/>
          </a:prstGeom>
          <a:solidFill>
            <a:schemeClr val="dk1"/>
          </a:solidFill>
        </p:spPr>
        <p:txBody>
          <a:bodyPr spcFirstLastPara="1" wrap="square" lIns="91425" tIns="91425" rIns="91425" bIns="91425" anchor="t" anchorCtr="0">
            <a:spAutoFit/>
          </a:bodyPr>
          <a:lstStyle>
            <a:lvl1pPr lvl="0" algn="ctr">
              <a:spcBef>
                <a:spcPts val="0"/>
              </a:spcBef>
              <a:spcAft>
                <a:spcPts val="0"/>
              </a:spcAft>
              <a:buClr>
                <a:schemeClr val="lt1"/>
              </a:buClr>
              <a:buSzPts val="1000"/>
              <a:buNone/>
              <a:defRPr sz="1000">
                <a:solidFill>
                  <a:schemeClr val="lt1"/>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83" name="Google Shape;83;p12"/>
          <p:cNvSpPr txBox="1">
            <a:spLocks noGrp="1"/>
          </p:cNvSpPr>
          <p:nvPr>
            <p:ph type="title" idx="2"/>
          </p:nvPr>
        </p:nvSpPr>
        <p:spPr>
          <a:xfrm>
            <a:off x="1080000" y="1570550"/>
            <a:ext cx="2223600" cy="660300"/>
          </a:xfrm>
          <a:prstGeom prst="rect">
            <a:avLst/>
          </a:prstGeom>
          <a:solidFill>
            <a:schemeClr val="dk1"/>
          </a:solidFill>
        </p:spPr>
        <p:txBody>
          <a:bodyPr spcFirstLastPara="1" wrap="square" lIns="91425" tIns="91425" rIns="91425" bIns="91425" anchor="t" anchorCtr="0">
            <a:spAutoFit/>
          </a:bodyPr>
          <a:lstStyle>
            <a:lvl1pPr lvl="0" algn="ctr" rtl="0">
              <a:spcBef>
                <a:spcPts val="0"/>
              </a:spcBef>
              <a:spcAft>
                <a:spcPts val="0"/>
              </a:spcAft>
              <a:buClr>
                <a:schemeClr val="lt1"/>
              </a:buClr>
              <a:buSzPts val="1400"/>
              <a:buNone/>
              <a:defRPr sz="1400" b="1">
                <a:solidFill>
                  <a:schemeClr val="lt1"/>
                </a:solidFill>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a:endParaRPr/>
          </a:p>
        </p:txBody>
      </p:sp>
      <p:sp>
        <p:nvSpPr>
          <p:cNvPr id="84" name="Google Shape;84;p12"/>
          <p:cNvSpPr txBox="1">
            <a:spLocks noGrp="1"/>
          </p:cNvSpPr>
          <p:nvPr>
            <p:ph type="title" idx="3"/>
          </p:nvPr>
        </p:nvSpPr>
        <p:spPr>
          <a:xfrm>
            <a:off x="3460200" y="1570550"/>
            <a:ext cx="2223600" cy="660300"/>
          </a:xfrm>
          <a:prstGeom prst="rect">
            <a:avLst/>
          </a:prstGeom>
          <a:solidFill>
            <a:schemeClr val="dk1"/>
          </a:solidFill>
        </p:spPr>
        <p:txBody>
          <a:bodyPr spcFirstLastPara="1" wrap="square" lIns="91425" tIns="91425" rIns="91425" bIns="91425" anchor="t" anchorCtr="0">
            <a:spAutoFit/>
          </a:bodyPr>
          <a:lstStyle>
            <a:lvl1pPr lvl="0" algn="ctr" rtl="0">
              <a:spcBef>
                <a:spcPts val="0"/>
              </a:spcBef>
              <a:spcAft>
                <a:spcPts val="0"/>
              </a:spcAft>
              <a:buClr>
                <a:schemeClr val="lt1"/>
              </a:buClr>
              <a:buSzPts val="1400"/>
              <a:buNone/>
              <a:defRPr sz="1400" b="1">
                <a:solidFill>
                  <a:schemeClr val="lt1"/>
                </a:solidFill>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a:endParaRPr/>
          </a:p>
        </p:txBody>
      </p:sp>
      <p:sp>
        <p:nvSpPr>
          <p:cNvPr id="85" name="Google Shape;85;p12"/>
          <p:cNvSpPr txBox="1">
            <a:spLocks noGrp="1"/>
          </p:cNvSpPr>
          <p:nvPr>
            <p:ph type="title" idx="4"/>
          </p:nvPr>
        </p:nvSpPr>
        <p:spPr>
          <a:xfrm>
            <a:off x="5840400" y="1570550"/>
            <a:ext cx="2223600" cy="660300"/>
          </a:xfrm>
          <a:prstGeom prst="rect">
            <a:avLst/>
          </a:prstGeom>
          <a:solidFill>
            <a:schemeClr val="dk1"/>
          </a:solidFill>
        </p:spPr>
        <p:txBody>
          <a:bodyPr spcFirstLastPara="1" wrap="square" lIns="91425" tIns="91425" rIns="91425" bIns="91425" anchor="t" anchorCtr="0">
            <a:spAutoFit/>
          </a:bodyPr>
          <a:lstStyle>
            <a:lvl1pPr lvl="0" algn="ctr" rtl="0">
              <a:spcBef>
                <a:spcPts val="0"/>
              </a:spcBef>
              <a:spcAft>
                <a:spcPts val="0"/>
              </a:spcAft>
              <a:buClr>
                <a:schemeClr val="lt1"/>
              </a:buClr>
              <a:buSzPts val="1400"/>
              <a:buNone/>
              <a:defRPr sz="1400" b="1">
                <a:solidFill>
                  <a:schemeClr val="lt1"/>
                </a:solidFill>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a:endParaRPr/>
          </a:p>
        </p:txBody>
      </p:sp>
      <p:sp>
        <p:nvSpPr>
          <p:cNvPr id="86" name="Google Shape;86;p12"/>
          <p:cNvSpPr>
            <a:spLocks noGrp="1"/>
          </p:cNvSpPr>
          <p:nvPr>
            <p:ph type="pic" idx="5"/>
          </p:nvPr>
        </p:nvSpPr>
        <p:spPr>
          <a:xfrm>
            <a:off x="1081225" y="2230925"/>
            <a:ext cx="2223600" cy="1235700"/>
          </a:xfrm>
          <a:prstGeom prst="rect">
            <a:avLst/>
          </a:prstGeom>
          <a:noFill/>
          <a:ln>
            <a:noFill/>
          </a:ln>
        </p:spPr>
      </p:sp>
      <p:sp>
        <p:nvSpPr>
          <p:cNvPr id="87" name="Google Shape;87;p12"/>
          <p:cNvSpPr>
            <a:spLocks noGrp="1"/>
          </p:cNvSpPr>
          <p:nvPr>
            <p:ph type="pic" idx="6"/>
          </p:nvPr>
        </p:nvSpPr>
        <p:spPr>
          <a:xfrm>
            <a:off x="3460200" y="2230925"/>
            <a:ext cx="2223600" cy="1235700"/>
          </a:xfrm>
          <a:prstGeom prst="rect">
            <a:avLst/>
          </a:prstGeom>
          <a:noFill/>
          <a:ln>
            <a:noFill/>
          </a:ln>
        </p:spPr>
      </p:sp>
      <p:sp>
        <p:nvSpPr>
          <p:cNvPr id="88" name="Google Shape;88;p12"/>
          <p:cNvSpPr>
            <a:spLocks noGrp="1"/>
          </p:cNvSpPr>
          <p:nvPr>
            <p:ph type="pic" idx="7"/>
          </p:nvPr>
        </p:nvSpPr>
        <p:spPr>
          <a:xfrm>
            <a:off x="5839175" y="2230925"/>
            <a:ext cx="2223600" cy="1235700"/>
          </a:xfrm>
          <a:prstGeom prst="rect">
            <a:avLst/>
          </a:prstGeom>
          <a:noFill/>
          <a:ln>
            <a:noFill/>
          </a:ln>
        </p:spPr>
      </p:sp>
      <p:sp>
        <p:nvSpPr>
          <p:cNvPr id="89" name="Google Shape;89;p12"/>
          <p:cNvSpPr txBox="1">
            <a:spLocks noGrp="1"/>
          </p:cNvSpPr>
          <p:nvPr>
            <p:ph type="title" idx="8"/>
          </p:nvPr>
        </p:nvSpPr>
        <p:spPr>
          <a:xfrm>
            <a:off x="1080000" y="3638375"/>
            <a:ext cx="2223600" cy="501600"/>
          </a:xfrm>
          <a:prstGeom prst="rect">
            <a:avLst/>
          </a:prstGeom>
          <a:solidFill>
            <a:srgbClr val="D2D2D2"/>
          </a:solidFill>
        </p:spPr>
        <p:txBody>
          <a:bodyPr spcFirstLastPara="1" wrap="square" lIns="91425" tIns="91425" rIns="91425" bIns="91425" anchor="t" anchorCtr="0">
            <a:spAutoFit/>
          </a:bodyPr>
          <a:lstStyle>
            <a:lvl1pPr lvl="0" algn="ctr" rtl="0">
              <a:spcBef>
                <a:spcPts val="0"/>
              </a:spcBef>
              <a:spcAft>
                <a:spcPts val="0"/>
              </a:spcAft>
              <a:buSzPts val="800"/>
              <a:buNone/>
              <a:defRPr sz="800"/>
            </a:lvl1pPr>
            <a:lvl2pPr lvl="1" rtl="0">
              <a:spcBef>
                <a:spcPts val="0"/>
              </a:spcBef>
              <a:spcAft>
                <a:spcPts val="0"/>
              </a:spcAft>
              <a:buSzPts val="800"/>
              <a:buFont typeface="Helvetica Neue"/>
              <a:buNone/>
              <a:defRPr sz="800">
                <a:latin typeface="Helvetica Neue"/>
                <a:ea typeface="Helvetica Neue"/>
                <a:cs typeface="Helvetica Neue"/>
                <a:sym typeface="Helvetica Neue"/>
              </a:defRPr>
            </a:lvl2pPr>
            <a:lvl3pPr lvl="2" rtl="0">
              <a:spcBef>
                <a:spcPts val="0"/>
              </a:spcBef>
              <a:spcAft>
                <a:spcPts val="0"/>
              </a:spcAft>
              <a:buSzPts val="800"/>
              <a:buFont typeface="Helvetica Neue"/>
              <a:buNone/>
              <a:defRPr sz="800">
                <a:latin typeface="Helvetica Neue"/>
                <a:ea typeface="Helvetica Neue"/>
                <a:cs typeface="Helvetica Neue"/>
                <a:sym typeface="Helvetica Neue"/>
              </a:defRPr>
            </a:lvl3pPr>
            <a:lvl4pPr lvl="3" rtl="0">
              <a:spcBef>
                <a:spcPts val="0"/>
              </a:spcBef>
              <a:spcAft>
                <a:spcPts val="0"/>
              </a:spcAft>
              <a:buSzPts val="800"/>
              <a:buFont typeface="Helvetica Neue"/>
              <a:buNone/>
              <a:defRPr sz="800">
                <a:latin typeface="Helvetica Neue"/>
                <a:ea typeface="Helvetica Neue"/>
                <a:cs typeface="Helvetica Neue"/>
                <a:sym typeface="Helvetica Neue"/>
              </a:defRPr>
            </a:lvl4pPr>
            <a:lvl5pPr lvl="4" rtl="0">
              <a:spcBef>
                <a:spcPts val="0"/>
              </a:spcBef>
              <a:spcAft>
                <a:spcPts val="0"/>
              </a:spcAft>
              <a:buSzPts val="800"/>
              <a:buFont typeface="Helvetica Neue"/>
              <a:buNone/>
              <a:defRPr sz="800">
                <a:latin typeface="Helvetica Neue"/>
                <a:ea typeface="Helvetica Neue"/>
                <a:cs typeface="Helvetica Neue"/>
                <a:sym typeface="Helvetica Neue"/>
              </a:defRPr>
            </a:lvl5pPr>
            <a:lvl6pPr lvl="5" rtl="0">
              <a:spcBef>
                <a:spcPts val="0"/>
              </a:spcBef>
              <a:spcAft>
                <a:spcPts val="0"/>
              </a:spcAft>
              <a:buSzPts val="800"/>
              <a:buFont typeface="Helvetica Neue"/>
              <a:buNone/>
              <a:defRPr sz="800">
                <a:latin typeface="Helvetica Neue"/>
                <a:ea typeface="Helvetica Neue"/>
                <a:cs typeface="Helvetica Neue"/>
                <a:sym typeface="Helvetica Neue"/>
              </a:defRPr>
            </a:lvl6pPr>
            <a:lvl7pPr lvl="6" rtl="0">
              <a:spcBef>
                <a:spcPts val="0"/>
              </a:spcBef>
              <a:spcAft>
                <a:spcPts val="0"/>
              </a:spcAft>
              <a:buSzPts val="800"/>
              <a:buFont typeface="Helvetica Neue"/>
              <a:buNone/>
              <a:defRPr sz="800">
                <a:latin typeface="Helvetica Neue"/>
                <a:ea typeface="Helvetica Neue"/>
                <a:cs typeface="Helvetica Neue"/>
                <a:sym typeface="Helvetica Neue"/>
              </a:defRPr>
            </a:lvl7pPr>
            <a:lvl8pPr lvl="7" rtl="0">
              <a:spcBef>
                <a:spcPts val="0"/>
              </a:spcBef>
              <a:spcAft>
                <a:spcPts val="0"/>
              </a:spcAft>
              <a:buSzPts val="800"/>
              <a:buFont typeface="Helvetica Neue"/>
              <a:buNone/>
              <a:defRPr sz="800">
                <a:latin typeface="Helvetica Neue"/>
                <a:ea typeface="Helvetica Neue"/>
                <a:cs typeface="Helvetica Neue"/>
                <a:sym typeface="Helvetica Neue"/>
              </a:defRPr>
            </a:lvl8pPr>
            <a:lvl9pPr lvl="8" rtl="0">
              <a:spcBef>
                <a:spcPts val="0"/>
              </a:spcBef>
              <a:spcAft>
                <a:spcPts val="0"/>
              </a:spcAft>
              <a:buSzPts val="800"/>
              <a:buFont typeface="Helvetica Neue"/>
              <a:buNone/>
              <a:defRPr sz="800">
                <a:latin typeface="Helvetica Neue"/>
                <a:ea typeface="Helvetica Neue"/>
                <a:cs typeface="Helvetica Neue"/>
                <a:sym typeface="Helvetica Neue"/>
              </a:defRPr>
            </a:lvl9pPr>
          </a:lstStyle>
          <a:p>
            <a:endParaRPr/>
          </a:p>
        </p:txBody>
      </p:sp>
      <p:sp>
        <p:nvSpPr>
          <p:cNvPr id="90" name="Google Shape;90;p12"/>
          <p:cNvSpPr txBox="1">
            <a:spLocks noGrp="1"/>
          </p:cNvSpPr>
          <p:nvPr>
            <p:ph type="title" idx="9"/>
          </p:nvPr>
        </p:nvSpPr>
        <p:spPr>
          <a:xfrm>
            <a:off x="3460200" y="3638375"/>
            <a:ext cx="2223600" cy="501600"/>
          </a:xfrm>
          <a:prstGeom prst="rect">
            <a:avLst/>
          </a:prstGeom>
          <a:solidFill>
            <a:srgbClr val="D2D2D2"/>
          </a:solidFill>
        </p:spPr>
        <p:txBody>
          <a:bodyPr spcFirstLastPara="1" wrap="square" lIns="91425" tIns="91425" rIns="91425" bIns="91425" anchor="t" anchorCtr="0">
            <a:spAutoFit/>
          </a:bodyPr>
          <a:lstStyle>
            <a:lvl1pPr lvl="0" algn="ctr" rtl="0">
              <a:spcBef>
                <a:spcPts val="0"/>
              </a:spcBef>
              <a:spcAft>
                <a:spcPts val="0"/>
              </a:spcAft>
              <a:buSzPts val="800"/>
              <a:buNone/>
              <a:defRPr sz="800"/>
            </a:lvl1pPr>
            <a:lvl2pPr lvl="1" rtl="0">
              <a:spcBef>
                <a:spcPts val="0"/>
              </a:spcBef>
              <a:spcAft>
                <a:spcPts val="0"/>
              </a:spcAft>
              <a:buSzPts val="800"/>
              <a:buFont typeface="Helvetica Neue"/>
              <a:buNone/>
              <a:defRPr sz="800">
                <a:latin typeface="Helvetica Neue"/>
                <a:ea typeface="Helvetica Neue"/>
                <a:cs typeface="Helvetica Neue"/>
                <a:sym typeface="Helvetica Neue"/>
              </a:defRPr>
            </a:lvl2pPr>
            <a:lvl3pPr lvl="2" rtl="0">
              <a:spcBef>
                <a:spcPts val="0"/>
              </a:spcBef>
              <a:spcAft>
                <a:spcPts val="0"/>
              </a:spcAft>
              <a:buSzPts val="800"/>
              <a:buFont typeface="Helvetica Neue"/>
              <a:buNone/>
              <a:defRPr sz="800">
                <a:latin typeface="Helvetica Neue"/>
                <a:ea typeface="Helvetica Neue"/>
                <a:cs typeface="Helvetica Neue"/>
                <a:sym typeface="Helvetica Neue"/>
              </a:defRPr>
            </a:lvl3pPr>
            <a:lvl4pPr lvl="3" rtl="0">
              <a:spcBef>
                <a:spcPts val="0"/>
              </a:spcBef>
              <a:spcAft>
                <a:spcPts val="0"/>
              </a:spcAft>
              <a:buSzPts val="800"/>
              <a:buFont typeface="Helvetica Neue"/>
              <a:buNone/>
              <a:defRPr sz="800">
                <a:latin typeface="Helvetica Neue"/>
                <a:ea typeface="Helvetica Neue"/>
                <a:cs typeface="Helvetica Neue"/>
                <a:sym typeface="Helvetica Neue"/>
              </a:defRPr>
            </a:lvl4pPr>
            <a:lvl5pPr lvl="4" rtl="0">
              <a:spcBef>
                <a:spcPts val="0"/>
              </a:spcBef>
              <a:spcAft>
                <a:spcPts val="0"/>
              </a:spcAft>
              <a:buSzPts val="800"/>
              <a:buFont typeface="Helvetica Neue"/>
              <a:buNone/>
              <a:defRPr sz="800">
                <a:latin typeface="Helvetica Neue"/>
                <a:ea typeface="Helvetica Neue"/>
                <a:cs typeface="Helvetica Neue"/>
                <a:sym typeface="Helvetica Neue"/>
              </a:defRPr>
            </a:lvl5pPr>
            <a:lvl6pPr lvl="5" rtl="0">
              <a:spcBef>
                <a:spcPts val="0"/>
              </a:spcBef>
              <a:spcAft>
                <a:spcPts val="0"/>
              </a:spcAft>
              <a:buSzPts val="800"/>
              <a:buFont typeface="Helvetica Neue"/>
              <a:buNone/>
              <a:defRPr sz="800">
                <a:latin typeface="Helvetica Neue"/>
                <a:ea typeface="Helvetica Neue"/>
                <a:cs typeface="Helvetica Neue"/>
                <a:sym typeface="Helvetica Neue"/>
              </a:defRPr>
            </a:lvl6pPr>
            <a:lvl7pPr lvl="6" rtl="0">
              <a:spcBef>
                <a:spcPts val="0"/>
              </a:spcBef>
              <a:spcAft>
                <a:spcPts val="0"/>
              </a:spcAft>
              <a:buSzPts val="800"/>
              <a:buFont typeface="Helvetica Neue"/>
              <a:buNone/>
              <a:defRPr sz="800">
                <a:latin typeface="Helvetica Neue"/>
                <a:ea typeface="Helvetica Neue"/>
                <a:cs typeface="Helvetica Neue"/>
                <a:sym typeface="Helvetica Neue"/>
              </a:defRPr>
            </a:lvl7pPr>
            <a:lvl8pPr lvl="7" rtl="0">
              <a:spcBef>
                <a:spcPts val="0"/>
              </a:spcBef>
              <a:spcAft>
                <a:spcPts val="0"/>
              </a:spcAft>
              <a:buSzPts val="800"/>
              <a:buFont typeface="Helvetica Neue"/>
              <a:buNone/>
              <a:defRPr sz="800">
                <a:latin typeface="Helvetica Neue"/>
                <a:ea typeface="Helvetica Neue"/>
                <a:cs typeface="Helvetica Neue"/>
                <a:sym typeface="Helvetica Neue"/>
              </a:defRPr>
            </a:lvl8pPr>
            <a:lvl9pPr lvl="8" rtl="0">
              <a:spcBef>
                <a:spcPts val="0"/>
              </a:spcBef>
              <a:spcAft>
                <a:spcPts val="0"/>
              </a:spcAft>
              <a:buSzPts val="800"/>
              <a:buFont typeface="Helvetica Neue"/>
              <a:buNone/>
              <a:defRPr sz="800">
                <a:latin typeface="Helvetica Neue"/>
                <a:ea typeface="Helvetica Neue"/>
                <a:cs typeface="Helvetica Neue"/>
                <a:sym typeface="Helvetica Neue"/>
              </a:defRPr>
            </a:lvl9pPr>
          </a:lstStyle>
          <a:p>
            <a:endParaRPr/>
          </a:p>
        </p:txBody>
      </p:sp>
      <p:sp>
        <p:nvSpPr>
          <p:cNvPr id="91" name="Google Shape;91;p12"/>
          <p:cNvSpPr txBox="1">
            <a:spLocks noGrp="1"/>
          </p:cNvSpPr>
          <p:nvPr>
            <p:ph type="title" idx="13"/>
          </p:nvPr>
        </p:nvSpPr>
        <p:spPr>
          <a:xfrm>
            <a:off x="5840400" y="3638375"/>
            <a:ext cx="2223600" cy="501600"/>
          </a:xfrm>
          <a:prstGeom prst="rect">
            <a:avLst/>
          </a:prstGeom>
          <a:solidFill>
            <a:srgbClr val="D2D2D2"/>
          </a:solidFill>
        </p:spPr>
        <p:txBody>
          <a:bodyPr spcFirstLastPara="1" wrap="square" lIns="91425" tIns="91425" rIns="91425" bIns="91425" anchor="t" anchorCtr="0">
            <a:spAutoFit/>
          </a:bodyPr>
          <a:lstStyle>
            <a:lvl1pPr lvl="0" algn="ctr" rtl="0">
              <a:spcBef>
                <a:spcPts val="0"/>
              </a:spcBef>
              <a:spcAft>
                <a:spcPts val="0"/>
              </a:spcAft>
              <a:buSzPts val="800"/>
              <a:buNone/>
              <a:defRPr sz="800"/>
            </a:lvl1pPr>
            <a:lvl2pPr lvl="1" rtl="0">
              <a:spcBef>
                <a:spcPts val="0"/>
              </a:spcBef>
              <a:spcAft>
                <a:spcPts val="0"/>
              </a:spcAft>
              <a:buSzPts val="800"/>
              <a:buFont typeface="Helvetica Neue"/>
              <a:buNone/>
              <a:defRPr sz="800">
                <a:latin typeface="Helvetica Neue"/>
                <a:ea typeface="Helvetica Neue"/>
                <a:cs typeface="Helvetica Neue"/>
                <a:sym typeface="Helvetica Neue"/>
              </a:defRPr>
            </a:lvl2pPr>
            <a:lvl3pPr lvl="2" rtl="0">
              <a:spcBef>
                <a:spcPts val="0"/>
              </a:spcBef>
              <a:spcAft>
                <a:spcPts val="0"/>
              </a:spcAft>
              <a:buSzPts val="800"/>
              <a:buFont typeface="Helvetica Neue"/>
              <a:buNone/>
              <a:defRPr sz="800">
                <a:latin typeface="Helvetica Neue"/>
                <a:ea typeface="Helvetica Neue"/>
                <a:cs typeface="Helvetica Neue"/>
                <a:sym typeface="Helvetica Neue"/>
              </a:defRPr>
            </a:lvl3pPr>
            <a:lvl4pPr lvl="3" rtl="0">
              <a:spcBef>
                <a:spcPts val="0"/>
              </a:spcBef>
              <a:spcAft>
                <a:spcPts val="0"/>
              </a:spcAft>
              <a:buSzPts val="800"/>
              <a:buFont typeface="Helvetica Neue"/>
              <a:buNone/>
              <a:defRPr sz="800">
                <a:latin typeface="Helvetica Neue"/>
                <a:ea typeface="Helvetica Neue"/>
                <a:cs typeface="Helvetica Neue"/>
                <a:sym typeface="Helvetica Neue"/>
              </a:defRPr>
            </a:lvl4pPr>
            <a:lvl5pPr lvl="4" rtl="0">
              <a:spcBef>
                <a:spcPts val="0"/>
              </a:spcBef>
              <a:spcAft>
                <a:spcPts val="0"/>
              </a:spcAft>
              <a:buSzPts val="800"/>
              <a:buFont typeface="Helvetica Neue"/>
              <a:buNone/>
              <a:defRPr sz="800">
                <a:latin typeface="Helvetica Neue"/>
                <a:ea typeface="Helvetica Neue"/>
                <a:cs typeface="Helvetica Neue"/>
                <a:sym typeface="Helvetica Neue"/>
              </a:defRPr>
            </a:lvl5pPr>
            <a:lvl6pPr lvl="5" rtl="0">
              <a:spcBef>
                <a:spcPts val="0"/>
              </a:spcBef>
              <a:spcAft>
                <a:spcPts val="0"/>
              </a:spcAft>
              <a:buSzPts val="800"/>
              <a:buFont typeface="Helvetica Neue"/>
              <a:buNone/>
              <a:defRPr sz="800">
                <a:latin typeface="Helvetica Neue"/>
                <a:ea typeface="Helvetica Neue"/>
                <a:cs typeface="Helvetica Neue"/>
                <a:sym typeface="Helvetica Neue"/>
              </a:defRPr>
            </a:lvl6pPr>
            <a:lvl7pPr lvl="6" rtl="0">
              <a:spcBef>
                <a:spcPts val="0"/>
              </a:spcBef>
              <a:spcAft>
                <a:spcPts val="0"/>
              </a:spcAft>
              <a:buSzPts val="800"/>
              <a:buFont typeface="Helvetica Neue"/>
              <a:buNone/>
              <a:defRPr sz="800">
                <a:latin typeface="Helvetica Neue"/>
                <a:ea typeface="Helvetica Neue"/>
                <a:cs typeface="Helvetica Neue"/>
                <a:sym typeface="Helvetica Neue"/>
              </a:defRPr>
            </a:lvl7pPr>
            <a:lvl8pPr lvl="7" rtl="0">
              <a:spcBef>
                <a:spcPts val="0"/>
              </a:spcBef>
              <a:spcAft>
                <a:spcPts val="0"/>
              </a:spcAft>
              <a:buSzPts val="800"/>
              <a:buFont typeface="Helvetica Neue"/>
              <a:buNone/>
              <a:defRPr sz="800">
                <a:latin typeface="Helvetica Neue"/>
                <a:ea typeface="Helvetica Neue"/>
                <a:cs typeface="Helvetica Neue"/>
                <a:sym typeface="Helvetica Neue"/>
              </a:defRPr>
            </a:lvl8pPr>
            <a:lvl9pPr lvl="8" rtl="0">
              <a:spcBef>
                <a:spcPts val="0"/>
              </a:spcBef>
              <a:spcAft>
                <a:spcPts val="0"/>
              </a:spcAft>
              <a:buSzPts val="800"/>
              <a:buFont typeface="Helvetica Neue"/>
              <a:buNone/>
              <a:defRPr sz="800">
                <a:latin typeface="Helvetica Neue"/>
                <a:ea typeface="Helvetica Neue"/>
                <a:cs typeface="Helvetica Neue"/>
                <a:sym typeface="Helvetica Neu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ubtitle Page 2" type="tx">
  <p:cSld name="TITLE_AND_BODY">
    <p:spTree>
      <p:nvGrpSpPr>
        <p:cNvPr id="1" name="Shape 92"/>
        <p:cNvGrpSpPr/>
        <p:nvPr/>
      </p:nvGrpSpPr>
      <p:grpSpPr>
        <a:xfrm>
          <a:off x="0" y="0"/>
          <a:ext cx="0" cy="0"/>
          <a:chOff x="0" y="0"/>
          <a:chExt cx="0" cy="0"/>
        </a:xfrm>
      </p:grpSpPr>
      <p:sp>
        <p:nvSpPr>
          <p:cNvPr id="93" name="Google Shape;93;p13"/>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lvl1pPr lvl="0" algn="r">
              <a:buNone/>
              <a:defRPr sz="600">
                <a:solidFill>
                  <a:schemeClr val="dk1"/>
                </a:solidFill>
                <a:latin typeface="Helvetica Neue Light"/>
                <a:ea typeface="Helvetica Neue Light"/>
                <a:cs typeface="Helvetica Neue Light"/>
                <a:sym typeface="Helvetica Neue Light"/>
              </a:defRPr>
            </a:lvl1pPr>
            <a:lvl2pPr lvl="1" algn="r">
              <a:buNone/>
              <a:defRPr sz="600">
                <a:solidFill>
                  <a:schemeClr val="dk1"/>
                </a:solidFill>
                <a:latin typeface="Helvetica Neue Light"/>
                <a:ea typeface="Helvetica Neue Light"/>
                <a:cs typeface="Helvetica Neue Light"/>
                <a:sym typeface="Helvetica Neue Light"/>
              </a:defRPr>
            </a:lvl2pPr>
            <a:lvl3pPr lvl="2" algn="r">
              <a:buNone/>
              <a:defRPr sz="600">
                <a:solidFill>
                  <a:schemeClr val="dk1"/>
                </a:solidFill>
                <a:latin typeface="Helvetica Neue Light"/>
                <a:ea typeface="Helvetica Neue Light"/>
                <a:cs typeface="Helvetica Neue Light"/>
                <a:sym typeface="Helvetica Neue Light"/>
              </a:defRPr>
            </a:lvl3pPr>
            <a:lvl4pPr lvl="3" algn="r">
              <a:buNone/>
              <a:defRPr sz="600">
                <a:solidFill>
                  <a:schemeClr val="dk1"/>
                </a:solidFill>
                <a:latin typeface="Helvetica Neue Light"/>
                <a:ea typeface="Helvetica Neue Light"/>
                <a:cs typeface="Helvetica Neue Light"/>
                <a:sym typeface="Helvetica Neue Light"/>
              </a:defRPr>
            </a:lvl4pPr>
            <a:lvl5pPr lvl="4" algn="r">
              <a:buNone/>
              <a:defRPr sz="600">
                <a:solidFill>
                  <a:schemeClr val="dk1"/>
                </a:solidFill>
                <a:latin typeface="Helvetica Neue Light"/>
                <a:ea typeface="Helvetica Neue Light"/>
                <a:cs typeface="Helvetica Neue Light"/>
                <a:sym typeface="Helvetica Neue Light"/>
              </a:defRPr>
            </a:lvl5pPr>
            <a:lvl6pPr lvl="5" algn="r">
              <a:buNone/>
              <a:defRPr sz="600">
                <a:solidFill>
                  <a:schemeClr val="dk1"/>
                </a:solidFill>
                <a:latin typeface="Helvetica Neue Light"/>
                <a:ea typeface="Helvetica Neue Light"/>
                <a:cs typeface="Helvetica Neue Light"/>
                <a:sym typeface="Helvetica Neue Light"/>
              </a:defRPr>
            </a:lvl6pPr>
            <a:lvl7pPr lvl="6" algn="r">
              <a:buNone/>
              <a:defRPr sz="600">
                <a:solidFill>
                  <a:schemeClr val="dk1"/>
                </a:solidFill>
                <a:latin typeface="Helvetica Neue Light"/>
                <a:ea typeface="Helvetica Neue Light"/>
                <a:cs typeface="Helvetica Neue Light"/>
                <a:sym typeface="Helvetica Neue Light"/>
              </a:defRPr>
            </a:lvl7pPr>
            <a:lvl8pPr lvl="7" algn="r">
              <a:buNone/>
              <a:defRPr sz="600">
                <a:solidFill>
                  <a:schemeClr val="dk1"/>
                </a:solidFill>
                <a:latin typeface="Helvetica Neue Light"/>
                <a:ea typeface="Helvetica Neue Light"/>
                <a:cs typeface="Helvetica Neue Light"/>
                <a:sym typeface="Helvetica Neue Light"/>
              </a:defRPr>
            </a:lvl8pPr>
            <a:lvl9pPr lvl="8" algn="r">
              <a:buNone/>
              <a:defRPr sz="600">
                <a:solidFill>
                  <a:schemeClr val="dk1"/>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GB"/>
              <a:t>‹#›</a:t>
            </a:fld>
            <a:endParaRPr>
              <a:latin typeface="Inter Light"/>
              <a:ea typeface="Inter Light"/>
              <a:cs typeface="Inter Light"/>
              <a:sym typeface="Inter Light"/>
            </a:endParaRPr>
          </a:p>
        </p:txBody>
      </p:sp>
      <p:pic>
        <p:nvPicPr>
          <p:cNvPr id="94" name="Google Shape;94;p13" title="4.jpg"/>
          <p:cNvPicPr preferRelativeResize="0"/>
          <p:nvPr/>
        </p:nvPicPr>
        <p:blipFill rotWithShape="1">
          <a:blip r:embed="rId2">
            <a:alphaModFix/>
          </a:blip>
          <a:srcRect/>
          <a:stretch/>
        </p:blipFill>
        <p:spPr>
          <a:xfrm>
            <a:off x="0" y="0"/>
            <a:ext cx="9144003" cy="5143499"/>
          </a:xfrm>
          <a:prstGeom prst="rect">
            <a:avLst/>
          </a:prstGeom>
          <a:noFill/>
          <a:ln>
            <a:noFill/>
          </a:ln>
        </p:spPr>
      </p:pic>
      <p:sp>
        <p:nvSpPr>
          <p:cNvPr id="95" name="Google Shape;95;p13"/>
          <p:cNvSpPr txBox="1">
            <a:spLocks noGrp="1"/>
          </p:cNvSpPr>
          <p:nvPr>
            <p:ph type="subTitle" idx="1"/>
          </p:nvPr>
        </p:nvSpPr>
        <p:spPr>
          <a:xfrm>
            <a:off x="1079995" y="168107"/>
            <a:ext cx="5010600" cy="461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Clr>
                <a:srgbClr val="9D5330"/>
              </a:buClr>
              <a:buSzPts val="2200"/>
              <a:buFont typeface="Helvetica Neue"/>
              <a:buNone/>
              <a:defRPr sz="2200" b="1">
                <a:solidFill>
                  <a:srgbClr val="9D5330"/>
                </a:solidFill>
                <a:latin typeface="Helvetica Neue"/>
                <a:ea typeface="Helvetica Neue"/>
                <a:cs typeface="Helvetica Neue"/>
                <a:sym typeface="Helvetica Neue"/>
              </a:defRPr>
            </a:lvl1pPr>
            <a:lvl2pPr lvl="1">
              <a:lnSpc>
                <a:spcPct val="100000"/>
              </a:lnSpc>
              <a:spcBef>
                <a:spcPts val="0"/>
              </a:spcBef>
              <a:spcAft>
                <a:spcPts val="0"/>
              </a:spcAft>
              <a:buClr>
                <a:srgbClr val="9B4C09"/>
              </a:buClr>
              <a:buSzPts val="2800"/>
              <a:buFont typeface="Helvetica Neue"/>
              <a:buNone/>
              <a:defRPr sz="2800" b="1">
                <a:solidFill>
                  <a:srgbClr val="9B4C09"/>
                </a:solidFill>
                <a:latin typeface="Helvetica Neue"/>
                <a:ea typeface="Helvetica Neue"/>
                <a:cs typeface="Helvetica Neue"/>
                <a:sym typeface="Helvetica Neue"/>
              </a:defRPr>
            </a:lvl2pPr>
            <a:lvl3pPr lvl="2">
              <a:lnSpc>
                <a:spcPct val="100000"/>
              </a:lnSpc>
              <a:spcBef>
                <a:spcPts val="0"/>
              </a:spcBef>
              <a:spcAft>
                <a:spcPts val="0"/>
              </a:spcAft>
              <a:buClr>
                <a:srgbClr val="9B4C09"/>
              </a:buClr>
              <a:buSzPts val="2800"/>
              <a:buFont typeface="Helvetica Neue"/>
              <a:buNone/>
              <a:defRPr sz="2800" b="1">
                <a:solidFill>
                  <a:srgbClr val="9B4C09"/>
                </a:solidFill>
                <a:latin typeface="Helvetica Neue"/>
                <a:ea typeface="Helvetica Neue"/>
                <a:cs typeface="Helvetica Neue"/>
                <a:sym typeface="Helvetica Neue"/>
              </a:defRPr>
            </a:lvl3pPr>
            <a:lvl4pPr lvl="3">
              <a:lnSpc>
                <a:spcPct val="100000"/>
              </a:lnSpc>
              <a:spcBef>
                <a:spcPts val="0"/>
              </a:spcBef>
              <a:spcAft>
                <a:spcPts val="0"/>
              </a:spcAft>
              <a:buClr>
                <a:srgbClr val="9B4C09"/>
              </a:buClr>
              <a:buSzPts val="2800"/>
              <a:buFont typeface="Helvetica Neue"/>
              <a:buNone/>
              <a:defRPr sz="2800" b="1">
                <a:solidFill>
                  <a:srgbClr val="9B4C09"/>
                </a:solidFill>
                <a:latin typeface="Helvetica Neue"/>
                <a:ea typeface="Helvetica Neue"/>
                <a:cs typeface="Helvetica Neue"/>
                <a:sym typeface="Helvetica Neue"/>
              </a:defRPr>
            </a:lvl4pPr>
            <a:lvl5pPr lvl="4">
              <a:lnSpc>
                <a:spcPct val="100000"/>
              </a:lnSpc>
              <a:spcBef>
                <a:spcPts val="0"/>
              </a:spcBef>
              <a:spcAft>
                <a:spcPts val="0"/>
              </a:spcAft>
              <a:buClr>
                <a:srgbClr val="9B4C09"/>
              </a:buClr>
              <a:buSzPts val="2800"/>
              <a:buFont typeface="Helvetica Neue"/>
              <a:buNone/>
              <a:defRPr sz="2800" b="1">
                <a:solidFill>
                  <a:srgbClr val="9B4C09"/>
                </a:solidFill>
                <a:latin typeface="Helvetica Neue"/>
                <a:ea typeface="Helvetica Neue"/>
                <a:cs typeface="Helvetica Neue"/>
                <a:sym typeface="Helvetica Neue"/>
              </a:defRPr>
            </a:lvl5pPr>
            <a:lvl6pPr lvl="5">
              <a:lnSpc>
                <a:spcPct val="100000"/>
              </a:lnSpc>
              <a:spcBef>
                <a:spcPts val="0"/>
              </a:spcBef>
              <a:spcAft>
                <a:spcPts val="0"/>
              </a:spcAft>
              <a:buClr>
                <a:srgbClr val="9B4C09"/>
              </a:buClr>
              <a:buSzPts val="2800"/>
              <a:buFont typeface="Helvetica Neue"/>
              <a:buNone/>
              <a:defRPr sz="2800" b="1">
                <a:solidFill>
                  <a:srgbClr val="9B4C09"/>
                </a:solidFill>
                <a:latin typeface="Helvetica Neue"/>
                <a:ea typeface="Helvetica Neue"/>
                <a:cs typeface="Helvetica Neue"/>
                <a:sym typeface="Helvetica Neue"/>
              </a:defRPr>
            </a:lvl6pPr>
            <a:lvl7pPr lvl="6">
              <a:lnSpc>
                <a:spcPct val="100000"/>
              </a:lnSpc>
              <a:spcBef>
                <a:spcPts val="0"/>
              </a:spcBef>
              <a:spcAft>
                <a:spcPts val="0"/>
              </a:spcAft>
              <a:buClr>
                <a:srgbClr val="9B4C09"/>
              </a:buClr>
              <a:buSzPts val="2800"/>
              <a:buFont typeface="Helvetica Neue"/>
              <a:buNone/>
              <a:defRPr sz="2800" b="1">
                <a:solidFill>
                  <a:srgbClr val="9B4C09"/>
                </a:solidFill>
                <a:latin typeface="Helvetica Neue"/>
                <a:ea typeface="Helvetica Neue"/>
                <a:cs typeface="Helvetica Neue"/>
                <a:sym typeface="Helvetica Neue"/>
              </a:defRPr>
            </a:lvl7pPr>
            <a:lvl8pPr lvl="7">
              <a:lnSpc>
                <a:spcPct val="100000"/>
              </a:lnSpc>
              <a:spcBef>
                <a:spcPts val="0"/>
              </a:spcBef>
              <a:spcAft>
                <a:spcPts val="0"/>
              </a:spcAft>
              <a:buClr>
                <a:srgbClr val="9B4C09"/>
              </a:buClr>
              <a:buSzPts val="2800"/>
              <a:buFont typeface="Helvetica Neue"/>
              <a:buNone/>
              <a:defRPr sz="2800" b="1">
                <a:solidFill>
                  <a:srgbClr val="9B4C09"/>
                </a:solidFill>
                <a:latin typeface="Helvetica Neue"/>
                <a:ea typeface="Helvetica Neue"/>
                <a:cs typeface="Helvetica Neue"/>
                <a:sym typeface="Helvetica Neue"/>
              </a:defRPr>
            </a:lvl8pPr>
            <a:lvl9pPr lvl="8">
              <a:lnSpc>
                <a:spcPct val="100000"/>
              </a:lnSpc>
              <a:spcBef>
                <a:spcPts val="0"/>
              </a:spcBef>
              <a:spcAft>
                <a:spcPts val="0"/>
              </a:spcAft>
              <a:buClr>
                <a:srgbClr val="9B4C09"/>
              </a:buClr>
              <a:buSzPts val="2800"/>
              <a:buFont typeface="Helvetica Neue"/>
              <a:buNone/>
              <a:defRPr sz="2800" b="1">
                <a:solidFill>
                  <a:srgbClr val="9B4C09"/>
                </a:solidFill>
                <a:latin typeface="Helvetica Neue"/>
                <a:ea typeface="Helvetica Neue"/>
                <a:cs typeface="Helvetica Neue"/>
                <a:sym typeface="Helvetica Neue"/>
              </a:defRPr>
            </a:lvl9pPr>
          </a:lstStyle>
          <a:p>
            <a:endParaRPr/>
          </a:p>
        </p:txBody>
      </p:sp>
      <p:sp>
        <p:nvSpPr>
          <p:cNvPr id="96" name="Google Shape;96;p13"/>
          <p:cNvSpPr txBox="1">
            <a:spLocks noGrp="1"/>
          </p:cNvSpPr>
          <p:nvPr>
            <p:ph type="sldNum" idx="2"/>
          </p:nvPr>
        </p:nvSpPr>
        <p:spPr>
          <a:xfrm>
            <a:off x="8113758" y="4740600"/>
            <a:ext cx="852900" cy="276900"/>
          </a:xfrm>
          <a:prstGeom prst="rect">
            <a:avLst/>
          </a:prstGeom>
        </p:spPr>
        <p:txBody>
          <a:bodyPr spcFirstLastPara="1" wrap="square" lIns="91425" tIns="91425" rIns="91425" bIns="91425" anchor="ctr" anchorCtr="0">
            <a:spAutoFit/>
          </a:bodyPr>
          <a:lstStyle>
            <a:lvl1pPr lvl="0" algn="r">
              <a:buNone/>
              <a:defRPr sz="600">
                <a:solidFill>
                  <a:srgbClr val="9D5330"/>
                </a:solidFill>
                <a:latin typeface="Helvetica Neue Light"/>
                <a:ea typeface="Helvetica Neue Light"/>
                <a:cs typeface="Helvetica Neue Light"/>
                <a:sym typeface="Helvetica Neue Light"/>
              </a:defRPr>
            </a:lvl1pPr>
            <a:lvl2pPr lvl="1" algn="r">
              <a:buNone/>
              <a:defRPr sz="600">
                <a:solidFill>
                  <a:srgbClr val="9D5330"/>
                </a:solidFill>
                <a:latin typeface="Helvetica Neue Light"/>
                <a:ea typeface="Helvetica Neue Light"/>
                <a:cs typeface="Helvetica Neue Light"/>
                <a:sym typeface="Helvetica Neue Light"/>
              </a:defRPr>
            </a:lvl2pPr>
            <a:lvl3pPr lvl="2" algn="r">
              <a:buNone/>
              <a:defRPr sz="600">
                <a:solidFill>
                  <a:srgbClr val="9D5330"/>
                </a:solidFill>
                <a:latin typeface="Helvetica Neue Light"/>
                <a:ea typeface="Helvetica Neue Light"/>
                <a:cs typeface="Helvetica Neue Light"/>
                <a:sym typeface="Helvetica Neue Light"/>
              </a:defRPr>
            </a:lvl3pPr>
            <a:lvl4pPr lvl="3" algn="r">
              <a:buNone/>
              <a:defRPr sz="600">
                <a:solidFill>
                  <a:srgbClr val="9D5330"/>
                </a:solidFill>
                <a:latin typeface="Helvetica Neue Light"/>
                <a:ea typeface="Helvetica Neue Light"/>
                <a:cs typeface="Helvetica Neue Light"/>
                <a:sym typeface="Helvetica Neue Light"/>
              </a:defRPr>
            </a:lvl4pPr>
            <a:lvl5pPr lvl="4" algn="r">
              <a:buNone/>
              <a:defRPr sz="600">
                <a:solidFill>
                  <a:srgbClr val="9D5330"/>
                </a:solidFill>
                <a:latin typeface="Helvetica Neue Light"/>
                <a:ea typeface="Helvetica Neue Light"/>
                <a:cs typeface="Helvetica Neue Light"/>
                <a:sym typeface="Helvetica Neue Light"/>
              </a:defRPr>
            </a:lvl5pPr>
            <a:lvl6pPr lvl="5" algn="r">
              <a:buNone/>
              <a:defRPr sz="600">
                <a:solidFill>
                  <a:srgbClr val="9D5330"/>
                </a:solidFill>
                <a:latin typeface="Helvetica Neue Light"/>
                <a:ea typeface="Helvetica Neue Light"/>
                <a:cs typeface="Helvetica Neue Light"/>
                <a:sym typeface="Helvetica Neue Light"/>
              </a:defRPr>
            </a:lvl6pPr>
            <a:lvl7pPr lvl="6" algn="r">
              <a:buNone/>
              <a:defRPr sz="600">
                <a:solidFill>
                  <a:srgbClr val="9D5330"/>
                </a:solidFill>
                <a:latin typeface="Helvetica Neue Light"/>
                <a:ea typeface="Helvetica Neue Light"/>
                <a:cs typeface="Helvetica Neue Light"/>
                <a:sym typeface="Helvetica Neue Light"/>
              </a:defRPr>
            </a:lvl7pPr>
            <a:lvl8pPr lvl="7" algn="r">
              <a:buNone/>
              <a:defRPr sz="600">
                <a:solidFill>
                  <a:srgbClr val="9D5330"/>
                </a:solidFill>
                <a:latin typeface="Helvetica Neue Light"/>
                <a:ea typeface="Helvetica Neue Light"/>
                <a:cs typeface="Helvetica Neue Light"/>
                <a:sym typeface="Helvetica Neue Light"/>
              </a:defRPr>
            </a:lvl8pPr>
            <a:lvl9pPr lvl="8" algn="r">
              <a:buNone/>
              <a:defRPr sz="600">
                <a:solidFill>
                  <a:srgbClr val="9D5330"/>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GB"/>
              <a:t>‹#›</a:t>
            </a:fld>
            <a:endParaRPr>
              <a:latin typeface="Inter Light"/>
              <a:ea typeface="Inter Light"/>
              <a:cs typeface="Inter Light"/>
              <a:sym typeface="Inter Light"/>
            </a:endParaRPr>
          </a:p>
        </p:txBody>
      </p:sp>
      <p:sp>
        <p:nvSpPr>
          <p:cNvPr id="97" name="Google Shape;97;p13"/>
          <p:cNvSpPr txBox="1"/>
          <p:nvPr/>
        </p:nvSpPr>
        <p:spPr>
          <a:xfrm>
            <a:off x="3351292" y="4740597"/>
            <a:ext cx="2441400" cy="276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GB" sz="600">
                <a:solidFill>
                  <a:srgbClr val="9D5330"/>
                </a:solidFill>
                <a:latin typeface="Helvetica Neue"/>
                <a:ea typeface="Helvetica Neue"/>
                <a:cs typeface="Helvetica Neue"/>
                <a:sym typeface="Helvetica Neue"/>
              </a:rPr>
              <a:t>© Marni 2026, All rights reserved</a:t>
            </a:r>
            <a:endParaRPr sz="600">
              <a:solidFill>
                <a:srgbClr val="9D5330"/>
              </a:solidFill>
              <a:latin typeface="Helvetica Neue"/>
              <a:ea typeface="Helvetica Neue"/>
              <a:cs typeface="Helvetica Neue"/>
              <a:sym typeface="Helvetica Neue"/>
            </a:endParaRPr>
          </a:p>
        </p:txBody>
      </p:sp>
      <p:sp>
        <p:nvSpPr>
          <p:cNvPr id="98" name="Google Shape;98;p13"/>
          <p:cNvSpPr txBox="1"/>
          <p:nvPr/>
        </p:nvSpPr>
        <p:spPr>
          <a:xfrm>
            <a:off x="177325" y="4740597"/>
            <a:ext cx="2441400" cy="276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600">
                <a:solidFill>
                  <a:srgbClr val="9D5330"/>
                </a:solidFill>
                <a:latin typeface="Helvetica Neue Light"/>
                <a:ea typeface="Helvetica Neue Light"/>
                <a:cs typeface="Helvetica Neue Light"/>
                <a:sym typeface="Helvetica Neue Light"/>
              </a:rPr>
              <a:t>January 26</a:t>
            </a:r>
            <a:endParaRPr sz="600">
              <a:solidFill>
                <a:srgbClr val="9D5330"/>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age 1">
  <p:cSld name="TITLE_AND_BODY_1">
    <p:spTree>
      <p:nvGrpSpPr>
        <p:cNvPr id="1" name="Shape 99"/>
        <p:cNvGrpSpPr/>
        <p:nvPr/>
      </p:nvGrpSpPr>
      <p:grpSpPr>
        <a:xfrm>
          <a:off x="0" y="0"/>
          <a:ext cx="0" cy="0"/>
          <a:chOff x="0" y="0"/>
          <a:chExt cx="0" cy="0"/>
        </a:xfrm>
      </p:grpSpPr>
      <p:sp>
        <p:nvSpPr>
          <p:cNvPr id="100" name="Google Shape;100;p14"/>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lvl1pPr lvl="0" algn="r">
              <a:buNone/>
              <a:defRPr sz="600">
                <a:solidFill>
                  <a:schemeClr val="dk1"/>
                </a:solidFill>
                <a:latin typeface="Helvetica Neue Light"/>
                <a:ea typeface="Helvetica Neue Light"/>
                <a:cs typeface="Helvetica Neue Light"/>
                <a:sym typeface="Helvetica Neue Light"/>
              </a:defRPr>
            </a:lvl1pPr>
            <a:lvl2pPr lvl="1" algn="r">
              <a:buNone/>
              <a:defRPr sz="600">
                <a:solidFill>
                  <a:schemeClr val="dk1"/>
                </a:solidFill>
                <a:latin typeface="Helvetica Neue Light"/>
                <a:ea typeface="Helvetica Neue Light"/>
                <a:cs typeface="Helvetica Neue Light"/>
                <a:sym typeface="Helvetica Neue Light"/>
              </a:defRPr>
            </a:lvl2pPr>
            <a:lvl3pPr lvl="2" algn="r">
              <a:buNone/>
              <a:defRPr sz="600">
                <a:solidFill>
                  <a:schemeClr val="dk1"/>
                </a:solidFill>
                <a:latin typeface="Helvetica Neue Light"/>
                <a:ea typeface="Helvetica Neue Light"/>
                <a:cs typeface="Helvetica Neue Light"/>
                <a:sym typeface="Helvetica Neue Light"/>
              </a:defRPr>
            </a:lvl3pPr>
            <a:lvl4pPr lvl="3" algn="r">
              <a:buNone/>
              <a:defRPr sz="600">
                <a:solidFill>
                  <a:schemeClr val="dk1"/>
                </a:solidFill>
                <a:latin typeface="Helvetica Neue Light"/>
                <a:ea typeface="Helvetica Neue Light"/>
                <a:cs typeface="Helvetica Neue Light"/>
                <a:sym typeface="Helvetica Neue Light"/>
              </a:defRPr>
            </a:lvl4pPr>
            <a:lvl5pPr lvl="4" algn="r">
              <a:buNone/>
              <a:defRPr sz="600">
                <a:solidFill>
                  <a:schemeClr val="dk1"/>
                </a:solidFill>
                <a:latin typeface="Helvetica Neue Light"/>
                <a:ea typeface="Helvetica Neue Light"/>
                <a:cs typeface="Helvetica Neue Light"/>
                <a:sym typeface="Helvetica Neue Light"/>
              </a:defRPr>
            </a:lvl5pPr>
            <a:lvl6pPr lvl="5" algn="r">
              <a:buNone/>
              <a:defRPr sz="600">
                <a:solidFill>
                  <a:schemeClr val="dk1"/>
                </a:solidFill>
                <a:latin typeface="Helvetica Neue Light"/>
                <a:ea typeface="Helvetica Neue Light"/>
                <a:cs typeface="Helvetica Neue Light"/>
                <a:sym typeface="Helvetica Neue Light"/>
              </a:defRPr>
            </a:lvl6pPr>
            <a:lvl7pPr lvl="6" algn="r">
              <a:buNone/>
              <a:defRPr sz="600">
                <a:solidFill>
                  <a:schemeClr val="dk1"/>
                </a:solidFill>
                <a:latin typeface="Helvetica Neue Light"/>
                <a:ea typeface="Helvetica Neue Light"/>
                <a:cs typeface="Helvetica Neue Light"/>
                <a:sym typeface="Helvetica Neue Light"/>
              </a:defRPr>
            </a:lvl7pPr>
            <a:lvl8pPr lvl="7" algn="r">
              <a:buNone/>
              <a:defRPr sz="600">
                <a:solidFill>
                  <a:schemeClr val="dk1"/>
                </a:solidFill>
                <a:latin typeface="Helvetica Neue Light"/>
                <a:ea typeface="Helvetica Neue Light"/>
                <a:cs typeface="Helvetica Neue Light"/>
                <a:sym typeface="Helvetica Neue Light"/>
              </a:defRPr>
            </a:lvl8pPr>
            <a:lvl9pPr lvl="8" algn="r">
              <a:buNone/>
              <a:defRPr sz="600">
                <a:solidFill>
                  <a:schemeClr val="dk1"/>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GB"/>
              <a:t>‹#›</a:t>
            </a:fld>
            <a:endParaRPr>
              <a:latin typeface="Inter Light"/>
              <a:ea typeface="Inter Light"/>
              <a:cs typeface="Inter Light"/>
              <a:sym typeface="Inter Light"/>
            </a:endParaRPr>
          </a:p>
        </p:txBody>
      </p:sp>
      <p:pic>
        <p:nvPicPr>
          <p:cNvPr id="101" name="Google Shape;101;p14" title="4.jpg"/>
          <p:cNvPicPr preferRelativeResize="0"/>
          <p:nvPr/>
        </p:nvPicPr>
        <p:blipFill rotWithShape="1">
          <a:blip r:embed="rId2">
            <a:alphaModFix/>
          </a:blip>
          <a:srcRect/>
          <a:stretch/>
        </p:blipFill>
        <p:spPr>
          <a:xfrm>
            <a:off x="0" y="0"/>
            <a:ext cx="9144003" cy="5143499"/>
          </a:xfrm>
          <a:prstGeom prst="rect">
            <a:avLst/>
          </a:prstGeom>
          <a:noFill/>
          <a:ln>
            <a:noFill/>
          </a:ln>
        </p:spPr>
      </p:pic>
      <p:sp>
        <p:nvSpPr>
          <p:cNvPr id="102" name="Google Shape;102;p14"/>
          <p:cNvSpPr txBox="1">
            <a:spLocks noGrp="1"/>
          </p:cNvSpPr>
          <p:nvPr>
            <p:ph type="sldNum" idx="2"/>
          </p:nvPr>
        </p:nvSpPr>
        <p:spPr>
          <a:xfrm>
            <a:off x="8113758" y="4740600"/>
            <a:ext cx="852900" cy="276900"/>
          </a:xfrm>
          <a:prstGeom prst="rect">
            <a:avLst/>
          </a:prstGeom>
        </p:spPr>
        <p:txBody>
          <a:bodyPr spcFirstLastPara="1" wrap="square" lIns="91425" tIns="91425" rIns="91425" bIns="91425" anchor="ctr" anchorCtr="0">
            <a:spAutoFit/>
          </a:bodyPr>
          <a:lstStyle>
            <a:lvl1pPr lvl="0" algn="r">
              <a:buNone/>
              <a:defRPr sz="600">
                <a:solidFill>
                  <a:srgbClr val="9D5330"/>
                </a:solidFill>
                <a:latin typeface="Helvetica Neue Light"/>
                <a:ea typeface="Helvetica Neue Light"/>
                <a:cs typeface="Helvetica Neue Light"/>
                <a:sym typeface="Helvetica Neue Light"/>
              </a:defRPr>
            </a:lvl1pPr>
            <a:lvl2pPr lvl="1" algn="r">
              <a:buNone/>
              <a:defRPr sz="600">
                <a:solidFill>
                  <a:srgbClr val="9D5330"/>
                </a:solidFill>
                <a:latin typeface="Helvetica Neue Light"/>
                <a:ea typeface="Helvetica Neue Light"/>
                <a:cs typeface="Helvetica Neue Light"/>
                <a:sym typeface="Helvetica Neue Light"/>
              </a:defRPr>
            </a:lvl2pPr>
            <a:lvl3pPr lvl="2" algn="r">
              <a:buNone/>
              <a:defRPr sz="600">
                <a:solidFill>
                  <a:srgbClr val="9D5330"/>
                </a:solidFill>
                <a:latin typeface="Helvetica Neue Light"/>
                <a:ea typeface="Helvetica Neue Light"/>
                <a:cs typeface="Helvetica Neue Light"/>
                <a:sym typeface="Helvetica Neue Light"/>
              </a:defRPr>
            </a:lvl3pPr>
            <a:lvl4pPr lvl="3" algn="r">
              <a:buNone/>
              <a:defRPr sz="600">
                <a:solidFill>
                  <a:srgbClr val="9D5330"/>
                </a:solidFill>
                <a:latin typeface="Helvetica Neue Light"/>
                <a:ea typeface="Helvetica Neue Light"/>
                <a:cs typeface="Helvetica Neue Light"/>
                <a:sym typeface="Helvetica Neue Light"/>
              </a:defRPr>
            </a:lvl4pPr>
            <a:lvl5pPr lvl="4" algn="r">
              <a:buNone/>
              <a:defRPr sz="600">
                <a:solidFill>
                  <a:srgbClr val="9D5330"/>
                </a:solidFill>
                <a:latin typeface="Helvetica Neue Light"/>
                <a:ea typeface="Helvetica Neue Light"/>
                <a:cs typeface="Helvetica Neue Light"/>
                <a:sym typeface="Helvetica Neue Light"/>
              </a:defRPr>
            </a:lvl5pPr>
            <a:lvl6pPr lvl="5" algn="r">
              <a:buNone/>
              <a:defRPr sz="600">
                <a:solidFill>
                  <a:srgbClr val="9D5330"/>
                </a:solidFill>
                <a:latin typeface="Helvetica Neue Light"/>
                <a:ea typeface="Helvetica Neue Light"/>
                <a:cs typeface="Helvetica Neue Light"/>
                <a:sym typeface="Helvetica Neue Light"/>
              </a:defRPr>
            </a:lvl6pPr>
            <a:lvl7pPr lvl="6" algn="r">
              <a:buNone/>
              <a:defRPr sz="600">
                <a:solidFill>
                  <a:srgbClr val="9D5330"/>
                </a:solidFill>
                <a:latin typeface="Helvetica Neue Light"/>
                <a:ea typeface="Helvetica Neue Light"/>
                <a:cs typeface="Helvetica Neue Light"/>
                <a:sym typeface="Helvetica Neue Light"/>
              </a:defRPr>
            </a:lvl7pPr>
            <a:lvl8pPr lvl="7" algn="r">
              <a:buNone/>
              <a:defRPr sz="600">
                <a:solidFill>
                  <a:srgbClr val="9D5330"/>
                </a:solidFill>
                <a:latin typeface="Helvetica Neue Light"/>
                <a:ea typeface="Helvetica Neue Light"/>
                <a:cs typeface="Helvetica Neue Light"/>
                <a:sym typeface="Helvetica Neue Light"/>
              </a:defRPr>
            </a:lvl8pPr>
            <a:lvl9pPr lvl="8" algn="r">
              <a:buNone/>
              <a:defRPr sz="600">
                <a:solidFill>
                  <a:srgbClr val="9D5330"/>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GB"/>
              <a:t>‹#›</a:t>
            </a:fld>
            <a:endParaRPr>
              <a:latin typeface="Inter Light"/>
              <a:ea typeface="Inter Light"/>
              <a:cs typeface="Inter Light"/>
              <a:sym typeface="Inter Light"/>
            </a:endParaRPr>
          </a:p>
        </p:txBody>
      </p:sp>
      <p:sp>
        <p:nvSpPr>
          <p:cNvPr id="103" name="Google Shape;103;p14"/>
          <p:cNvSpPr txBox="1"/>
          <p:nvPr/>
        </p:nvSpPr>
        <p:spPr>
          <a:xfrm>
            <a:off x="3351292" y="4740597"/>
            <a:ext cx="2441400" cy="276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GB" sz="600">
                <a:solidFill>
                  <a:srgbClr val="9D5330"/>
                </a:solidFill>
                <a:latin typeface="Helvetica Neue"/>
                <a:ea typeface="Helvetica Neue"/>
                <a:cs typeface="Helvetica Neue"/>
                <a:sym typeface="Helvetica Neue"/>
              </a:rPr>
              <a:t>© Marni 2026, All rights reserved</a:t>
            </a:r>
            <a:endParaRPr sz="600">
              <a:solidFill>
                <a:srgbClr val="9D5330"/>
              </a:solidFill>
              <a:latin typeface="Helvetica Neue"/>
              <a:ea typeface="Helvetica Neue"/>
              <a:cs typeface="Helvetica Neue"/>
              <a:sym typeface="Helvetica Neue"/>
            </a:endParaRPr>
          </a:p>
        </p:txBody>
      </p:sp>
      <p:sp>
        <p:nvSpPr>
          <p:cNvPr id="104" name="Google Shape;104;p14"/>
          <p:cNvSpPr txBox="1"/>
          <p:nvPr/>
        </p:nvSpPr>
        <p:spPr>
          <a:xfrm>
            <a:off x="177325" y="4740597"/>
            <a:ext cx="2441400" cy="276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600">
                <a:solidFill>
                  <a:srgbClr val="9D5330"/>
                </a:solidFill>
                <a:latin typeface="Helvetica Neue Light"/>
                <a:ea typeface="Helvetica Neue Light"/>
                <a:cs typeface="Helvetica Neue Light"/>
                <a:sym typeface="Helvetica Neue Light"/>
              </a:rPr>
              <a:t>January 26</a:t>
            </a:r>
            <a:endParaRPr sz="600">
              <a:solidFill>
                <a:srgbClr val="9D5330"/>
              </a:solidFill>
              <a:latin typeface="Helvetica Neue Light"/>
              <a:ea typeface="Helvetica Neue Light"/>
              <a:cs typeface="Helvetica Neue Light"/>
              <a:sym typeface="Helvetica Neue Light"/>
            </a:endParaRPr>
          </a:p>
        </p:txBody>
      </p:sp>
      <p:sp>
        <p:nvSpPr>
          <p:cNvPr id="105" name="Google Shape;105;p14"/>
          <p:cNvSpPr txBox="1">
            <a:spLocks noGrp="1"/>
          </p:cNvSpPr>
          <p:nvPr>
            <p:ph type="subTitle" idx="1"/>
          </p:nvPr>
        </p:nvSpPr>
        <p:spPr>
          <a:xfrm>
            <a:off x="1080000" y="2046550"/>
            <a:ext cx="6984000" cy="461700"/>
          </a:xfrm>
          <a:prstGeom prst="rect">
            <a:avLst/>
          </a:prstGeom>
        </p:spPr>
        <p:txBody>
          <a:bodyPr spcFirstLastPara="1" wrap="square" lIns="91425" tIns="91425" rIns="91425" bIns="91425" anchor="t" anchorCtr="0">
            <a:spAutoFit/>
          </a:bodyPr>
          <a:lstStyle>
            <a:lvl1pPr lvl="0" algn="ctr">
              <a:lnSpc>
                <a:spcPct val="100000"/>
              </a:lnSpc>
              <a:spcBef>
                <a:spcPts val="0"/>
              </a:spcBef>
              <a:spcAft>
                <a:spcPts val="0"/>
              </a:spcAft>
              <a:buClr>
                <a:srgbClr val="9D5330"/>
              </a:buClr>
              <a:buSzPts val="2200"/>
              <a:buFont typeface="Helvetica Neue"/>
              <a:buNone/>
              <a:defRPr sz="2200" b="1">
                <a:solidFill>
                  <a:srgbClr val="9D5330"/>
                </a:solidFill>
                <a:latin typeface="Helvetica Neue"/>
                <a:ea typeface="Helvetica Neue"/>
                <a:cs typeface="Helvetica Neue"/>
                <a:sym typeface="Helvetica Neue"/>
              </a:defRPr>
            </a:lvl1pPr>
            <a:lvl2pPr lvl="1">
              <a:lnSpc>
                <a:spcPct val="100000"/>
              </a:lnSpc>
              <a:spcBef>
                <a:spcPts val="0"/>
              </a:spcBef>
              <a:spcAft>
                <a:spcPts val="0"/>
              </a:spcAft>
              <a:buClr>
                <a:srgbClr val="9B4C09"/>
              </a:buClr>
              <a:buSzPts val="2800"/>
              <a:buFont typeface="Helvetica Neue"/>
              <a:buNone/>
              <a:defRPr sz="2800" b="1">
                <a:solidFill>
                  <a:srgbClr val="9B4C09"/>
                </a:solidFill>
                <a:latin typeface="Helvetica Neue"/>
                <a:ea typeface="Helvetica Neue"/>
                <a:cs typeface="Helvetica Neue"/>
                <a:sym typeface="Helvetica Neue"/>
              </a:defRPr>
            </a:lvl2pPr>
            <a:lvl3pPr lvl="2">
              <a:lnSpc>
                <a:spcPct val="100000"/>
              </a:lnSpc>
              <a:spcBef>
                <a:spcPts val="0"/>
              </a:spcBef>
              <a:spcAft>
                <a:spcPts val="0"/>
              </a:spcAft>
              <a:buClr>
                <a:srgbClr val="9B4C09"/>
              </a:buClr>
              <a:buSzPts val="2800"/>
              <a:buFont typeface="Helvetica Neue"/>
              <a:buNone/>
              <a:defRPr sz="2800" b="1">
                <a:solidFill>
                  <a:srgbClr val="9B4C09"/>
                </a:solidFill>
                <a:latin typeface="Helvetica Neue"/>
                <a:ea typeface="Helvetica Neue"/>
                <a:cs typeface="Helvetica Neue"/>
                <a:sym typeface="Helvetica Neue"/>
              </a:defRPr>
            </a:lvl3pPr>
            <a:lvl4pPr lvl="3">
              <a:lnSpc>
                <a:spcPct val="100000"/>
              </a:lnSpc>
              <a:spcBef>
                <a:spcPts val="0"/>
              </a:spcBef>
              <a:spcAft>
                <a:spcPts val="0"/>
              </a:spcAft>
              <a:buClr>
                <a:srgbClr val="9B4C09"/>
              </a:buClr>
              <a:buSzPts val="2800"/>
              <a:buFont typeface="Helvetica Neue"/>
              <a:buNone/>
              <a:defRPr sz="2800" b="1">
                <a:solidFill>
                  <a:srgbClr val="9B4C09"/>
                </a:solidFill>
                <a:latin typeface="Helvetica Neue"/>
                <a:ea typeface="Helvetica Neue"/>
                <a:cs typeface="Helvetica Neue"/>
                <a:sym typeface="Helvetica Neue"/>
              </a:defRPr>
            </a:lvl4pPr>
            <a:lvl5pPr lvl="4">
              <a:lnSpc>
                <a:spcPct val="100000"/>
              </a:lnSpc>
              <a:spcBef>
                <a:spcPts val="0"/>
              </a:spcBef>
              <a:spcAft>
                <a:spcPts val="0"/>
              </a:spcAft>
              <a:buClr>
                <a:srgbClr val="9B4C09"/>
              </a:buClr>
              <a:buSzPts val="2800"/>
              <a:buFont typeface="Helvetica Neue"/>
              <a:buNone/>
              <a:defRPr sz="2800" b="1">
                <a:solidFill>
                  <a:srgbClr val="9B4C09"/>
                </a:solidFill>
                <a:latin typeface="Helvetica Neue"/>
                <a:ea typeface="Helvetica Neue"/>
                <a:cs typeface="Helvetica Neue"/>
                <a:sym typeface="Helvetica Neue"/>
              </a:defRPr>
            </a:lvl5pPr>
            <a:lvl6pPr lvl="5">
              <a:lnSpc>
                <a:spcPct val="100000"/>
              </a:lnSpc>
              <a:spcBef>
                <a:spcPts val="0"/>
              </a:spcBef>
              <a:spcAft>
                <a:spcPts val="0"/>
              </a:spcAft>
              <a:buClr>
                <a:srgbClr val="9B4C09"/>
              </a:buClr>
              <a:buSzPts val="2800"/>
              <a:buFont typeface="Helvetica Neue"/>
              <a:buNone/>
              <a:defRPr sz="2800" b="1">
                <a:solidFill>
                  <a:srgbClr val="9B4C09"/>
                </a:solidFill>
                <a:latin typeface="Helvetica Neue"/>
                <a:ea typeface="Helvetica Neue"/>
                <a:cs typeface="Helvetica Neue"/>
                <a:sym typeface="Helvetica Neue"/>
              </a:defRPr>
            </a:lvl6pPr>
            <a:lvl7pPr lvl="6">
              <a:lnSpc>
                <a:spcPct val="100000"/>
              </a:lnSpc>
              <a:spcBef>
                <a:spcPts val="0"/>
              </a:spcBef>
              <a:spcAft>
                <a:spcPts val="0"/>
              </a:spcAft>
              <a:buClr>
                <a:srgbClr val="9B4C09"/>
              </a:buClr>
              <a:buSzPts val="2800"/>
              <a:buFont typeface="Helvetica Neue"/>
              <a:buNone/>
              <a:defRPr sz="2800" b="1">
                <a:solidFill>
                  <a:srgbClr val="9B4C09"/>
                </a:solidFill>
                <a:latin typeface="Helvetica Neue"/>
                <a:ea typeface="Helvetica Neue"/>
                <a:cs typeface="Helvetica Neue"/>
                <a:sym typeface="Helvetica Neue"/>
              </a:defRPr>
            </a:lvl7pPr>
            <a:lvl8pPr lvl="7">
              <a:lnSpc>
                <a:spcPct val="100000"/>
              </a:lnSpc>
              <a:spcBef>
                <a:spcPts val="0"/>
              </a:spcBef>
              <a:spcAft>
                <a:spcPts val="0"/>
              </a:spcAft>
              <a:buClr>
                <a:srgbClr val="9B4C09"/>
              </a:buClr>
              <a:buSzPts val="2800"/>
              <a:buFont typeface="Helvetica Neue"/>
              <a:buNone/>
              <a:defRPr sz="2800" b="1">
                <a:solidFill>
                  <a:srgbClr val="9B4C09"/>
                </a:solidFill>
                <a:latin typeface="Helvetica Neue"/>
                <a:ea typeface="Helvetica Neue"/>
                <a:cs typeface="Helvetica Neue"/>
                <a:sym typeface="Helvetica Neue"/>
              </a:defRPr>
            </a:lvl8pPr>
            <a:lvl9pPr lvl="8">
              <a:lnSpc>
                <a:spcPct val="100000"/>
              </a:lnSpc>
              <a:spcBef>
                <a:spcPts val="0"/>
              </a:spcBef>
              <a:spcAft>
                <a:spcPts val="0"/>
              </a:spcAft>
              <a:buClr>
                <a:srgbClr val="9B4C09"/>
              </a:buClr>
              <a:buSzPts val="2800"/>
              <a:buFont typeface="Helvetica Neue"/>
              <a:buNone/>
              <a:defRPr sz="2800" b="1">
                <a:solidFill>
                  <a:srgbClr val="9B4C09"/>
                </a:solidFill>
                <a:latin typeface="Helvetica Neue"/>
                <a:ea typeface="Helvetica Neue"/>
                <a:cs typeface="Helvetica Neue"/>
                <a:sym typeface="Helvetica Neue"/>
              </a:defRPr>
            </a:lvl9pPr>
          </a:lstStyle>
          <a:p>
            <a:endParaRPr/>
          </a:p>
        </p:txBody>
      </p:sp>
      <p:sp>
        <p:nvSpPr>
          <p:cNvPr id="106" name="Google Shape;106;p14"/>
          <p:cNvSpPr txBox="1">
            <a:spLocks noGrp="1"/>
          </p:cNvSpPr>
          <p:nvPr>
            <p:ph type="title"/>
          </p:nvPr>
        </p:nvSpPr>
        <p:spPr>
          <a:xfrm>
            <a:off x="1080000" y="1720750"/>
            <a:ext cx="6984000" cy="325800"/>
          </a:xfrm>
          <a:prstGeom prst="rect">
            <a:avLst/>
          </a:prstGeom>
          <a:noFill/>
        </p:spPr>
        <p:txBody>
          <a:bodyPr spcFirstLastPara="1" wrap="square" lIns="91425" tIns="91425" rIns="91425" bIns="91425" anchor="t" anchorCtr="0">
            <a:spAutoFit/>
          </a:bodyPr>
          <a:lstStyle>
            <a:lvl1pPr lvl="0" algn="ctr">
              <a:spcBef>
                <a:spcPts val="0"/>
              </a:spcBef>
              <a:spcAft>
                <a:spcPts val="0"/>
              </a:spcAft>
              <a:buClr>
                <a:srgbClr val="9D5330"/>
              </a:buClr>
              <a:buSzPts val="1000"/>
              <a:buNone/>
              <a:defRPr sz="1000">
                <a:solidFill>
                  <a:srgbClr val="9D5330"/>
                </a:solidFill>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age 2">
  <p:cSld name="TITLE_AND_BODY_1_1">
    <p:spTree>
      <p:nvGrpSpPr>
        <p:cNvPr id="1" name="Shape 107"/>
        <p:cNvGrpSpPr/>
        <p:nvPr/>
      </p:nvGrpSpPr>
      <p:grpSpPr>
        <a:xfrm>
          <a:off x="0" y="0"/>
          <a:ext cx="0" cy="0"/>
          <a:chOff x="0" y="0"/>
          <a:chExt cx="0" cy="0"/>
        </a:xfrm>
      </p:grpSpPr>
      <p:sp>
        <p:nvSpPr>
          <p:cNvPr id="108" name="Google Shape;108;p15"/>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lvl1pPr lvl="0" algn="r">
              <a:buNone/>
              <a:defRPr sz="600">
                <a:solidFill>
                  <a:schemeClr val="dk1"/>
                </a:solidFill>
                <a:latin typeface="Helvetica Neue Light"/>
                <a:ea typeface="Helvetica Neue Light"/>
                <a:cs typeface="Helvetica Neue Light"/>
                <a:sym typeface="Helvetica Neue Light"/>
              </a:defRPr>
            </a:lvl1pPr>
            <a:lvl2pPr lvl="1" algn="r">
              <a:buNone/>
              <a:defRPr sz="600">
                <a:solidFill>
                  <a:schemeClr val="dk1"/>
                </a:solidFill>
                <a:latin typeface="Helvetica Neue Light"/>
                <a:ea typeface="Helvetica Neue Light"/>
                <a:cs typeface="Helvetica Neue Light"/>
                <a:sym typeface="Helvetica Neue Light"/>
              </a:defRPr>
            </a:lvl2pPr>
            <a:lvl3pPr lvl="2" algn="r">
              <a:buNone/>
              <a:defRPr sz="600">
                <a:solidFill>
                  <a:schemeClr val="dk1"/>
                </a:solidFill>
                <a:latin typeface="Helvetica Neue Light"/>
                <a:ea typeface="Helvetica Neue Light"/>
                <a:cs typeface="Helvetica Neue Light"/>
                <a:sym typeface="Helvetica Neue Light"/>
              </a:defRPr>
            </a:lvl3pPr>
            <a:lvl4pPr lvl="3" algn="r">
              <a:buNone/>
              <a:defRPr sz="600">
                <a:solidFill>
                  <a:schemeClr val="dk1"/>
                </a:solidFill>
                <a:latin typeface="Helvetica Neue Light"/>
                <a:ea typeface="Helvetica Neue Light"/>
                <a:cs typeface="Helvetica Neue Light"/>
                <a:sym typeface="Helvetica Neue Light"/>
              </a:defRPr>
            </a:lvl4pPr>
            <a:lvl5pPr lvl="4" algn="r">
              <a:buNone/>
              <a:defRPr sz="600">
                <a:solidFill>
                  <a:schemeClr val="dk1"/>
                </a:solidFill>
                <a:latin typeface="Helvetica Neue Light"/>
                <a:ea typeface="Helvetica Neue Light"/>
                <a:cs typeface="Helvetica Neue Light"/>
                <a:sym typeface="Helvetica Neue Light"/>
              </a:defRPr>
            </a:lvl5pPr>
            <a:lvl6pPr lvl="5" algn="r">
              <a:buNone/>
              <a:defRPr sz="600">
                <a:solidFill>
                  <a:schemeClr val="dk1"/>
                </a:solidFill>
                <a:latin typeface="Helvetica Neue Light"/>
                <a:ea typeface="Helvetica Neue Light"/>
                <a:cs typeface="Helvetica Neue Light"/>
                <a:sym typeface="Helvetica Neue Light"/>
              </a:defRPr>
            </a:lvl6pPr>
            <a:lvl7pPr lvl="6" algn="r">
              <a:buNone/>
              <a:defRPr sz="600">
                <a:solidFill>
                  <a:schemeClr val="dk1"/>
                </a:solidFill>
                <a:latin typeface="Helvetica Neue Light"/>
                <a:ea typeface="Helvetica Neue Light"/>
                <a:cs typeface="Helvetica Neue Light"/>
                <a:sym typeface="Helvetica Neue Light"/>
              </a:defRPr>
            </a:lvl7pPr>
            <a:lvl8pPr lvl="7" algn="r">
              <a:buNone/>
              <a:defRPr sz="600">
                <a:solidFill>
                  <a:schemeClr val="dk1"/>
                </a:solidFill>
                <a:latin typeface="Helvetica Neue Light"/>
                <a:ea typeface="Helvetica Neue Light"/>
                <a:cs typeface="Helvetica Neue Light"/>
                <a:sym typeface="Helvetica Neue Light"/>
              </a:defRPr>
            </a:lvl8pPr>
            <a:lvl9pPr lvl="8" algn="r">
              <a:buNone/>
              <a:defRPr sz="600">
                <a:solidFill>
                  <a:schemeClr val="dk1"/>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GB"/>
              <a:t>‹#›</a:t>
            </a:fld>
            <a:endParaRPr>
              <a:latin typeface="Inter Light"/>
              <a:ea typeface="Inter Light"/>
              <a:cs typeface="Inter Light"/>
              <a:sym typeface="Inter Light"/>
            </a:endParaRPr>
          </a:p>
        </p:txBody>
      </p:sp>
      <p:pic>
        <p:nvPicPr>
          <p:cNvPr id="109" name="Google Shape;109;p15" title="13.jpg"/>
          <p:cNvPicPr preferRelativeResize="0"/>
          <p:nvPr/>
        </p:nvPicPr>
        <p:blipFill rotWithShape="1">
          <a:blip r:embed="rId2">
            <a:alphaModFix/>
          </a:blip>
          <a:srcRect/>
          <a:stretch/>
        </p:blipFill>
        <p:spPr>
          <a:xfrm>
            <a:off x="0" y="0"/>
            <a:ext cx="9144003" cy="5143499"/>
          </a:xfrm>
          <a:prstGeom prst="rect">
            <a:avLst/>
          </a:prstGeom>
          <a:noFill/>
          <a:ln>
            <a:noFill/>
          </a:ln>
        </p:spPr>
      </p:pic>
      <p:sp>
        <p:nvSpPr>
          <p:cNvPr id="110" name="Google Shape;110;p15"/>
          <p:cNvSpPr txBox="1">
            <a:spLocks noGrp="1"/>
          </p:cNvSpPr>
          <p:nvPr>
            <p:ph type="sldNum" idx="2"/>
          </p:nvPr>
        </p:nvSpPr>
        <p:spPr>
          <a:xfrm>
            <a:off x="8113758" y="4740600"/>
            <a:ext cx="852900" cy="276900"/>
          </a:xfrm>
          <a:prstGeom prst="rect">
            <a:avLst/>
          </a:prstGeom>
        </p:spPr>
        <p:txBody>
          <a:bodyPr spcFirstLastPara="1" wrap="square" lIns="91425" tIns="91425" rIns="91425" bIns="91425" anchor="ctr" anchorCtr="0">
            <a:spAutoFit/>
          </a:bodyPr>
          <a:lstStyle>
            <a:lvl1pPr lvl="0" algn="r">
              <a:buNone/>
              <a:defRPr sz="600">
                <a:solidFill>
                  <a:schemeClr val="lt1"/>
                </a:solidFill>
                <a:latin typeface="Helvetica Neue Light"/>
                <a:ea typeface="Helvetica Neue Light"/>
                <a:cs typeface="Helvetica Neue Light"/>
                <a:sym typeface="Helvetica Neue Light"/>
              </a:defRPr>
            </a:lvl1pPr>
            <a:lvl2pPr lvl="1" algn="r">
              <a:buNone/>
              <a:defRPr sz="600">
                <a:solidFill>
                  <a:schemeClr val="lt1"/>
                </a:solidFill>
                <a:latin typeface="Helvetica Neue Light"/>
                <a:ea typeface="Helvetica Neue Light"/>
                <a:cs typeface="Helvetica Neue Light"/>
                <a:sym typeface="Helvetica Neue Light"/>
              </a:defRPr>
            </a:lvl2pPr>
            <a:lvl3pPr lvl="2" algn="r">
              <a:buNone/>
              <a:defRPr sz="600">
                <a:solidFill>
                  <a:schemeClr val="lt1"/>
                </a:solidFill>
                <a:latin typeface="Helvetica Neue Light"/>
                <a:ea typeface="Helvetica Neue Light"/>
                <a:cs typeface="Helvetica Neue Light"/>
                <a:sym typeface="Helvetica Neue Light"/>
              </a:defRPr>
            </a:lvl3pPr>
            <a:lvl4pPr lvl="3" algn="r">
              <a:buNone/>
              <a:defRPr sz="600">
                <a:solidFill>
                  <a:schemeClr val="lt1"/>
                </a:solidFill>
                <a:latin typeface="Helvetica Neue Light"/>
                <a:ea typeface="Helvetica Neue Light"/>
                <a:cs typeface="Helvetica Neue Light"/>
                <a:sym typeface="Helvetica Neue Light"/>
              </a:defRPr>
            </a:lvl4pPr>
            <a:lvl5pPr lvl="4" algn="r">
              <a:buNone/>
              <a:defRPr sz="600">
                <a:solidFill>
                  <a:schemeClr val="lt1"/>
                </a:solidFill>
                <a:latin typeface="Helvetica Neue Light"/>
                <a:ea typeface="Helvetica Neue Light"/>
                <a:cs typeface="Helvetica Neue Light"/>
                <a:sym typeface="Helvetica Neue Light"/>
              </a:defRPr>
            </a:lvl5pPr>
            <a:lvl6pPr lvl="5" algn="r">
              <a:buNone/>
              <a:defRPr sz="600">
                <a:solidFill>
                  <a:schemeClr val="lt1"/>
                </a:solidFill>
                <a:latin typeface="Helvetica Neue Light"/>
                <a:ea typeface="Helvetica Neue Light"/>
                <a:cs typeface="Helvetica Neue Light"/>
                <a:sym typeface="Helvetica Neue Light"/>
              </a:defRPr>
            </a:lvl6pPr>
            <a:lvl7pPr lvl="6" algn="r">
              <a:buNone/>
              <a:defRPr sz="600">
                <a:solidFill>
                  <a:schemeClr val="lt1"/>
                </a:solidFill>
                <a:latin typeface="Helvetica Neue Light"/>
                <a:ea typeface="Helvetica Neue Light"/>
                <a:cs typeface="Helvetica Neue Light"/>
                <a:sym typeface="Helvetica Neue Light"/>
              </a:defRPr>
            </a:lvl7pPr>
            <a:lvl8pPr lvl="7" algn="r">
              <a:buNone/>
              <a:defRPr sz="600">
                <a:solidFill>
                  <a:schemeClr val="lt1"/>
                </a:solidFill>
                <a:latin typeface="Helvetica Neue Light"/>
                <a:ea typeface="Helvetica Neue Light"/>
                <a:cs typeface="Helvetica Neue Light"/>
                <a:sym typeface="Helvetica Neue Light"/>
              </a:defRPr>
            </a:lvl8pPr>
            <a:lvl9pPr lvl="8" algn="r">
              <a:buNone/>
              <a:defRPr sz="600">
                <a:solidFill>
                  <a:schemeClr val="lt1"/>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GB"/>
              <a:t>‹#›</a:t>
            </a:fld>
            <a:endParaRPr>
              <a:latin typeface="Inter Light"/>
              <a:ea typeface="Inter Light"/>
              <a:cs typeface="Inter Light"/>
              <a:sym typeface="Inter Light"/>
            </a:endParaRPr>
          </a:p>
        </p:txBody>
      </p:sp>
      <p:sp>
        <p:nvSpPr>
          <p:cNvPr id="111" name="Google Shape;111;p15"/>
          <p:cNvSpPr txBox="1"/>
          <p:nvPr/>
        </p:nvSpPr>
        <p:spPr>
          <a:xfrm>
            <a:off x="3351292" y="4740597"/>
            <a:ext cx="2441400" cy="276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GB" sz="600">
                <a:solidFill>
                  <a:schemeClr val="lt1"/>
                </a:solidFill>
                <a:latin typeface="Helvetica Neue"/>
                <a:ea typeface="Helvetica Neue"/>
                <a:cs typeface="Helvetica Neue"/>
                <a:sym typeface="Helvetica Neue"/>
              </a:rPr>
              <a:t>© Marni 2026, All rights reserved</a:t>
            </a:r>
            <a:endParaRPr sz="600">
              <a:solidFill>
                <a:schemeClr val="lt1"/>
              </a:solidFill>
              <a:latin typeface="Helvetica Neue"/>
              <a:ea typeface="Helvetica Neue"/>
              <a:cs typeface="Helvetica Neue"/>
              <a:sym typeface="Helvetica Neue"/>
            </a:endParaRPr>
          </a:p>
        </p:txBody>
      </p:sp>
      <p:sp>
        <p:nvSpPr>
          <p:cNvPr id="112" name="Google Shape;112;p15"/>
          <p:cNvSpPr txBox="1"/>
          <p:nvPr/>
        </p:nvSpPr>
        <p:spPr>
          <a:xfrm>
            <a:off x="177325" y="4740597"/>
            <a:ext cx="2441400" cy="276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600">
                <a:solidFill>
                  <a:schemeClr val="lt1"/>
                </a:solidFill>
                <a:latin typeface="Helvetica Neue Light"/>
                <a:ea typeface="Helvetica Neue Light"/>
                <a:cs typeface="Helvetica Neue Light"/>
                <a:sym typeface="Helvetica Neue Light"/>
              </a:rPr>
              <a:t>January 26</a:t>
            </a:r>
            <a:endParaRPr sz="600">
              <a:solidFill>
                <a:schemeClr val="lt1"/>
              </a:solidFill>
              <a:latin typeface="Helvetica Neue Light"/>
              <a:ea typeface="Helvetica Neue Light"/>
              <a:cs typeface="Helvetica Neue Light"/>
              <a:sym typeface="Helvetica Neue Light"/>
            </a:endParaRPr>
          </a:p>
        </p:txBody>
      </p:sp>
      <p:sp>
        <p:nvSpPr>
          <p:cNvPr id="113" name="Google Shape;113;p15"/>
          <p:cNvSpPr txBox="1">
            <a:spLocks noGrp="1"/>
          </p:cNvSpPr>
          <p:nvPr>
            <p:ph type="subTitle" idx="1"/>
          </p:nvPr>
        </p:nvSpPr>
        <p:spPr>
          <a:xfrm>
            <a:off x="1080000" y="2046550"/>
            <a:ext cx="6984000" cy="461700"/>
          </a:xfrm>
          <a:prstGeom prst="rect">
            <a:avLst/>
          </a:prstGeom>
        </p:spPr>
        <p:txBody>
          <a:bodyPr spcFirstLastPara="1" wrap="square" lIns="91425" tIns="91425" rIns="91425" bIns="91425" anchor="t" anchorCtr="0">
            <a:spAutoFit/>
          </a:bodyPr>
          <a:lstStyle>
            <a:lvl1pPr lvl="0" algn="ctr">
              <a:lnSpc>
                <a:spcPct val="100000"/>
              </a:lnSpc>
              <a:spcBef>
                <a:spcPts val="0"/>
              </a:spcBef>
              <a:spcAft>
                <a:spcPts val="0"/>
              </a:spcAft>
              <a:buClr>
                <a:schemeClr val="lt1"/>
              </a:buClr>
              <a:buSzPts val="2200"/>
              <a:buFont typeface="Helvetica Neue"/>
              <a:buNone/>
              <a:defRPr sz="2200" b="1">
                <a:solidFill>
                  <a:schemeClr val="lt1"/>
                </a:solidFill>
                <a:latin typeface="Helvetica Neue"/>
                <a:ea typeface="Helvetica Neue"/>
                <a:cs typeface="Helvetica Neue"/>
                <a:sym typeface="Helvetica Neue"/>
              </a:defRPr>
            </a:lvl1pPr>
            <a:lvl2pPr lvl="1">
              <a:lnSpc>
                <a:spcPct val="100000"/>
              </a:lnSpc>
              <a:spcBef>
                <a:spcPts val="0"/>
              </a:spcBef>
              <a:spcAft>
                <a:spcPts val="0"/>
              </a:spcAft>
              <a:buClr>
                <a:schemeClr val="lt1"/>
              </a:buClr>
              <a:buSzPts val="2800"/>
              <a:buFont typeface="Helvetica Neue"/>
              <a:buNone/>
              <a:defRPr sz="2800" b="1">
                <a:solidFill>
                  <a:schemeClr val="lt1"/>
                </a:solidFill>
                <a:latin typeface="Helvetica Neue"/>
                <a:ea typeface="Helvetica Neue"/>
                <a:cs typeface="Helvetica Neue"/>
                <a:sym typeface="Helvetica Neue"/>
              </a:defRPr>
            </a:lvl2pPr>
            <a:lvl3pPr lvl="2">
              <a:lnSpc>
                <a:spcPct val="100000"/>
              </a:lnSpc>
              <a:spcBef>
                <a:spcPts val="0"/>
              </a:spcBef>
              <a:spcAft>
                <a:spcPts val="0"/>
              </a:spcAft>
              <a:buClr>
                <a:schemeClr val="lt1"/>
              </a:buClr>
              <a:buSzPts val="2800"/>
              <a:buFont typeface="Helvetica Neue"/>
              <a:buNone/>
              <a:defRPr sz="2800" b="1">
                <a:solidFill>
                  <a:schemeClr val="lt1"/>
                </a:solidFill>
                <a:latin typeface="Helvetica Neue"/>
                <a:ea typeface="Helvetica Neue"/>
                <a:cs typeface="Helvetica Neue"/>
                <a:sym typeface="Helvetica Neue"/>
              </a:defRPr>
            </a:lvl3pPr>
            <a:lvl4pPr lvl="3">
              <a:lnSpc>
                <a:spcPct val="100000"/>
              </a:lnSpc>
              <a:spcBef>
                <a:spcPts val="0"/>
              </a:spcBef>
              <a:spcAft>
                <a:spcPts val="0"/>
              </a:spcAft>
              <a:buClr>
                <a:schemeClr val="lt1"/>
              </a:buClr>
              <a:buSzPts val="2800"/>
              <a:buFont typeface="Helvetica Neue"/>
              <a:buNone/>
              <a:defRPr sz="2800" b="1">
                <a:solidFill>
                  <a:schemeClr val="lt1"/>
                </a:solidFill>
                <a:latin typeface="Helvetica Neue"/>
                <a:ea typeface="Helvetica Neue"/>
                <a:cs typeface="Helvetica Neue"/>
                <a:sym typeface="Helvetica Neue"/>
              </a:defRPr>
            </a:lvl4pPr>
            <a:lvl5pPr lvl="4">
              <a:lnSpc>
                <a:spcPct val="100000"/>
              </a:lnSpc>
              <a:spcBef>
                <a:spcPts val="0"/>
              </a:spcBef>
              <a:spcAft>
                <a:spcPts val="0"/>
              </a:spcAft>
              <a:buClr>
                <a:schemeClr val="lt1"/>
              </a:buClr>
              <a:buSzPts val="2800"/>
              <a:buFont typeface="Helvetica Neue"/>
              <a:buNone/>
              <a:defRPr sz="2800" b="1">
                <a:solidFill>
                  <a:schemeClr val="lt1"/>
                </a:solidFill>
                <a:latin typeface="Helvetica Neue"/>
                <a:ea typeface="Helvetica Neue"/>
                <a:cs typeface="Helvetica Neue"/>
                <a:sym typeface="Helvetica Neue"/>
              </a:defRPr>
            </a:lvl5pPr>
            <a:lvl6pPr lvl="5">
              <a:lnSpc>
                <a:spcPct val="100000"/>
              </a:lnSpc>
              <a:spcBef>
                <a:spcPts val="0"/>
              </a:spcBef>
              <a:spcAft>
                <a:spcPts val="0"/>
              </a:spcAft>
              <a:buClr>
                <a:schemeClr val="lt1"/>
              </a:buClr>
              <a:buSzPts val="2800"/>
              <a:buFont typeface="Helvetica Neue"/>
              <a:buNone/>
              <a:defRPr sz="2800" b="1">
                <a:solidFill>
                  <a:schemeClr val="lt1"/>
                </a:solidFill>
                <a:latin typeface="Helvetica Neue"/>
                <a:ea typeface="Helvetica Neue"/>
                <a:cs typeface="Helvetica Neue"/>
                <a:sym typeface="Helvetica Neue"/>
              </a:defRPr>
            </a:lvl6pPr>
            <a:lvl7pPr lvl="6">
              <a:lnSpc>
                <a:spcPct val="100000"/>
              </a:lnSpc>
              <a:spcBef>
                <a:spcPts val="0"/>
              </a:spcBef>
              <a:spcAft>
                <a:spcPts val="0"/>
              </a:spcAft>
              <a:buClr>
                <a:schemeClr val="lt1"/>
              </a:buClr>
              <a:buSzPts val="2800"/>
              <a:buFont typeface="Helvetica Neue"/>
              <a:buNone/>
              <a:defRPr sz="2800" b="1">
                <a:solidFill>
                  <a:schemeClr val="lt1"/>
                </a:solidFill>
                <a:latin typeface="Helvetica Neue"/>
                <a:ea typeface="Helvetica Neue"/>
                <a:cs typeface="Helvetica Neue"/>
                <a:sym typeface="Helvetica Neue"/>
              </a:defRPr>
            </a:lvl7pPr>
            <a:lvl8pPr lvl="7">
              <a:lnSpc>
                <a:spcPct val="100000"/>
              </a:lnSpc>
              <a:spcBef>
                <a:spcPts val="0"/>
              </a:spcBef>
              <a:spcAft>
                <a:spcPts val="0"/>
              </a:spcAft>
              <a:buClr>
                <a:schemeClr val="lt1"/>
              </a:buClr>
              <a:buSzPts val="2800"/>
              <a:buFont typeface="Helvetica Neue"/>
              <a:buNone/>
              <a:defRPr sz="2800" b="1">
                <a:solidFill>
                  <a:schemeClr val="lt1"/>
                </a:solidFill>
                <a:latin typeface="Helvetica Neue"/>
                <a:ea typeface="Helvetica Neue"/>
                <a:cs typeface="Helvetica Neue"/>
                <a:sym typeface="Helvetica Neue"/>
              </a:defRPr>
            </a:lvl8pPr>
            <a:lvl9pPr lvl="8">
              <a:lnSpc>
                <a:spcPct val="100000"/>
              </a:lnSpc>
              <a:spcBef>
                <a:spcPts val="0"/>
              </a:spcBef>
              <a:spcAft>
                <a:spcPts val="0"/>
              </a:spcAft>
              <a:buClr>
                <a:schemeClr val="lt1"/>
              </a:buClr>
              <a:buSzPts val="2800"/>
              <a:buFont typeface="Helvetica Neue"/>
              <a:buNone/>
              <a:defRPr sz="2800" b="1">
                <a:solidFill>
                  <a:schemeClr val="lt1"/>
                </a:solidFill>
                <a:latin typeface="Helvetica Neue"/>
                <a:ea typeface="Helvetica Neue"/>
                <a:cs typeface="Helvetica Neue"/>
                <a:sym typeface="Helvetica Neue"/>
              </a:defRPr>
            </a:lvl9pPr>
          </a:lstStyle>
          <a:p>
            <a:endParaRPr/>
          </a:p>
        </p:txBody>
      </p:sp>
      <p:sp>
        <p:nvSpPr>
          <p:cNvPr id="114" name="Google Shape;114;p15"/>
          <p:cNvSpPr txBox="1">
            <a:spLocks noGrp="1"/>
          </p:cNvSpPr>
          <p:nvPr>
            <p:ph type="title"/>
          </p:nvPr>
        </p:nvSpPr>
        <p:spPr>
          <a:xfrm>
            <a:off x="1080000" y="1720750"/>
            <a:ext cx="6984000" cy="325800"/>
          </a:xfrm>
          <a:prstGeom prst="rect">
            <a:avLst/>
          </a:prstGeom>
          <a:noFill/>
        </p:spPr>
        <p:txBody>
          <a:bodyPr spcFirstLastPara="1" wrap="square" lIns="91425" tIns="91425" rIns="91425" bIns="91425" anchor="t" anchorCtr="0">
            <a:spAutoFit/>
          </a:bodyPr>
          <a:lstStyle>
            <a:lvl1pPr lvl="0" algn="ctr">
              <a:spcBef>
                <a:spcPts val="0"/>
              </a:spcBef>
              <a:spcAft>
                <a:spcPts val="0"/>
              </a:spcAft>
              <a:buClr>
                <a:schemeClr val="lt1"/>
              </a:buClr>
              <a:buSzPts val="1000"/>
              <a:buNone/>
              <a:defRPr sz="1000">
                <a:solidFill>
                  <a:schemeClr val="lt1"/>
                </a:solidFill>
              </a:defRPr>
            </a:lvl1pPr>
            <a:lvl2pPr lvl="1">
              <a:spcBef>
                <a:spcPts val="0"/>
              </a:spcBef>
              <a:spcAft>
                <a:spcPts val="0"/>
              </a:spcAft>
              <a:buClr>
                <a:schemeClr val="lt1"/>
              </a:buClr>
              <a:buSzPts val="2000"/>
              <a:buNone/>
              <a:defRPr>
                <a:solidFill>
                  <a:schemeClr val="lt1"/>
                </a:solidFill>
              </a:defRPr>
            </a:lvl2pPr>
            <a:lvl3pPr lvl="2">
              <a:spcBef>
                <a:spcPts val="0"/>
              </a:spcBef>
              <a:spcAft>
                <a:spcPts val="0"/>
              </a:spcAft>
              <a:buClr>
                <a:schemeClr val="lt1"/>
              </a:buClr>
              <a:buSzPts val="2000"/>
              <a:buNone/>
              <a:defRPr>
                <a:solidFill>
                  <a:schemeClr val="lt1"/>
                </a:solidFill>
              </a:defRPr>
            </a:lvl3pPr>
            <a:lvl4pPr lvl="3">
              <a:spcBef>
                <a:spcPts val="0"/>
              </a:spcBef>
              <a:spcAft>
                <a:spcPts val="0"/>
              </a:spcAft>
              <a:buClr>
                <a:schemeClr val="lt1"/>
              </a:buClr>
              <a:buSzPts val="2000"/>
              <a:buNone/>
              <a:defRPr>
                <a:solidFill>
                  <a:schemeClr val="lt1"/>
                </a:solidFill>
              </a:defRPr>
            </a:lvl4pPr>
            <a:lvl5pPr lvl="4">
              <a:spcBef>
                <a:spcPts val="0"/>
              </a:spcBef>
              <a:spcAft>
                <a:spcPts val="0"/>
              </a:spcAft>
              <a:buClr>
                <a:schemeClr val="lt1"/>
              </a:buClr>
              <a:buSzPts val="2000"/>
              <a:buNone/>
              <a:defRPr>
                <a:solidFill>
                  <a:schemeClr val="lt1"/>
                </a:solidFill>
              </a:defRPr>
            </a:lvl5pPr>
            <a:lvl6pPr lvl="5">
              <a:spcBef>
                <a:spcPts val="0"/>
              </a:spcBef>
              <a:spcAft>
                <a:spcPts val="0"/>
              </a:spcAft>
              <a:buClr>
                <a:schemeClr val="lt1"/>
              </a:buClr>
              <a:buSzPts val="2000"/>
              <a:buNone/>
              <a:defRPr>
                <a:solidFill>
                  <a:schemeClr val="lt1"/>
                </a:solidFill>
              </a:defRPr>
            </a:lvl6pPr>
            <a:lvl7pPr lvl="6">
              <a:spcBef>
                <a:spcPts val="0"/>
              </a:spcBef>
              <a:spcAft>
                <a:spcPts val="0"/>
              </a:spcAft>
              <a:buClr>
                <a:schemeClr val="lt1"/>
              </a:buClr>
              <a:buSzPts val="2000"/>
              <a:buNone/>
              <a:defRPr>
                <a:solidFill>
                  <a:schemeClr val="lt1"/>
                </a:solidFill>
              </a:defRPr>
            </a:lvl7pPr>
            <a:lvl8pPr lvl="7">
              <a:spcBef>
                <a:spcPts val="0"/>
              </a:spcBef>
              <a:spcAft>
                <a:spcPts val="0"/>
              </a:spcAft>
              <a:buClr>
                <a:schemeClr val="lt1"/>
              </a:buClr>
              <a:buSzPts val="2000"/>
              <a:buNone/>
              <a:defRPr>
                <a:solidFill>
                  <a:schemeClr val="lt1"/>
                </a:solidFill>
              </a:defRPr>
            </a:lvl8pPr>
            <a:lvl9pPr lvl="8">
              <a:spcBef>
                <a:spcPts val="0"/>
              </a:spcBef>
              <a:spcAft>
                <a:spcPts val="0"/>
              </a:spcAft>
              <a:buClr>
                <a:schemeClr val="lt1"/>
              </a:buClr>
              <a:buSzPts val="2000"/>
              <a:buNone/>
              <a:defRPr>
                <a:solidFill>
                  <a:schemeClr val="lt1"/>
                </a:solidFil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Quote Page 3">
  <p:cSld name="TITLE_AND_BODY_1_1_1">
    <p:spTree>
      <p:nvGrpSpPr>
        <p:cNvPr id="1" name="Shape 115"/>
        <p:cNvGrpSpPr/>
        <p:nvPr/>
      </p:nvGrpSpPr>
      <p:grpSpPr>
        <a:xfrm>
          <a:off x="0" y="0"/>
          <a:ext cx="0" cy="0"/>
          <a:chOff x="0" y="0"/>
          <a:chExt cx="0" cy="0"/>
        </a:xfrm>
      </p:grpSpPr>
      <p:sp>
        <p:nvSpPr>
          <p:cNvPr id="116" name="Google Shape;116;p16"/>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lvl1pPr lvl="0" algn="r">
              <a:buNone/>
              <a:defRPr sz="600">
                <a:solidFill>
                  <a:schemeClr val="dk1"/>
                </a:solidFill>
                <a:latin typeface="Helvetica Neue Light"/>
                <a:ea typeface="Helvetica Neue Light"/>
                <a:cs typeface="Helvetica Neue Light"/>
                <a:sym typeface="Helvetica Neue Light"/>
              </a:defRPr>
            </a:lvl1pPr>
            <a:lvl2pPr lvl="1" algn="r">
              <a:buNone/>
              <a:defRPr sz="600">
                <a:solidFill>
                  <a:schemeClr val="dk1"/>
                </a:solidFill>
                <a:latin typeface="Helvetica Neue Light"/>
                <a:ea typeface="Helvetica Neue Light"/>
                <a:cs typeface="Helvetica Neue Light"/>
                <a:sym typeface="Helvetica Neue Light"/>
              </a:defRPr>
            </a:lvl2pPr>
            <a:lvl3pPr lvl="2" algn="r">
              <a:buNone/>
              <a:defRPr sz="600">
                <a:solidFill>
                  <a:schemeClr val="dk1"/>
                </a:solidFill>
                <a:latin typeface="Helvetica Neue Light"/>
                <a:ea typeface="Helvetica Neue Light"/>
                <a:cs typeface="Helvetica Neue Light"/>
                <a:sym typeface="Helvetica Neue Light"/>
              </a:defRPr>
            </a:lvl3pPr>
            <a:lvl4pPr lvl="3" algn="r">
              <a:buNone/>
              <a:defRPr sz="600">
                <a:solidFill>
                  <a:schemeClr val="dk1"/>
                </a:solidFill>
                <a:latin typeface="Helvetica Neue Light"/>
                <a:ea typeface="Helvetica Neue Light"/>
                <a:cs typeface="Helvetica Neue Light"/>
                <a:sym typeface="Helvetica Neue Light"/>
              </a:defRPr>
            </a:lvl4pPr>
            <a:lvl5pPr lvl="4" algn="r">
              <a:buNone/>
              <a:defRPr sz="600">
                <a:solidFill>
                  <a:schemeClr val="dk1"/>
                </a:solidFill>
                <a:latin typeface="Helvetica Neue Light"/>
                <a:ea typeface="Helvetica Neue Light"/>
                <a:cs typeface="Helvetica Neue Light"/>
                <a:sym typeface="Helvetica Neue Light"/>
              </a:defRPr>
            </a:lvl5pPr>
            <a:lvl6pPr lvl="5" algn="r">
              <a:buNone/>
              <a:defRPr sz="600">
                <a:solidFill>
                  <a:schemeClr val="dk1"/>
                </a:solidFill>
                <a:latin typeface="Helvetica Neue Light"/>
                <a:ea typeface="Helvetica Neue Light"/>
                <a:cs typeface="Helvetica Neue Light"/>
                <a:sym typeface="Helvetica Neue Light"/>
              </a:defRPr>
            </a:lvl6pPr>
            <a:lvl7pPr lvl="6" algn="r">
              <a:buNone/>
              <a:defRPr sz="600">
                <a:solidFill>
                  <a:schemeClr val="dk1"/>
                </a:solidFill>
                <a:latin typeface="Helvetica Neue Light"/>
                <a:ea typeface="Helvetica Neue Light"/>
                <a:cs typeface="Helvetica Neue Light"/>
                <a:sym typeface="Helvetica Neue Light"/>
              </a:defRPr>
            </a:lvl7pPr>
            <a:lvl8pPr lvl="7" algn="r">
              <a:buNone/>
              <a:defRPr sz="600">
                <a:solidFill>
                  <a:schemeClr val="dk1"/>
                </a:solidFill>
                <a:latin typeface="Helvetica Neue Light"/>
                <a:ea typeface="Helvetica Neue Light"/>
                <a:cs typeface="Helvetica Neue Light"/>
                <a:sym typeface="Helvetica Neue Light"/>
              </a:defRPr>
            </a:lvl8pPr>
            <a:lvl9pPr lvl="8" algn="r">
              <a:buNone/>
              <a:defRPr sz="600">
                <a:solidFill>
                  <a:schemeClr val="dk1"/>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GB"/>
              <a:t>‹#›</a:t>
            </a:fld>
            <a:endParaRPr>
              <a:latin typeface="Inter Light"/>
              <a:ea typeface="Inter Light"/>
              <a:cs typeface="Inter Light"/>
              <a:sym typeface="Inter Light"/>
            </a:endParaRPr>
          </a:p>
        </p:txBody>
      </p:sp>
      <p:pic>
        <p:nvPicPr>
          <p:cNvPr id="117" name="Google Shape;117;p16" title="13.jpg"/>
          <p:cNvPicPr preferRelativeResize="0"/>
          <p:nvPr/>
        </p:nvPicPr>
        <p:blipFill rotWithShape="1">
          <a:blip r:embed="rId2">
            <a:alphaModFix/>
          </a:blip>
          <a:srcRect/>
          <a:stretch/>
        </p:blipFill>
        <p:spPr>
          <a:xfrm>
            <a:off x="0" y="0"/>
            <a:ext cx="9144003" cy="5143499"/>
          </a:xfrm>
          <a:prstGeom prst="rect">
            <a:avLst/>
          </a:prstGeom>
          <a:noFill/>
          <a:ln>
            <a:noFill/>
          </a:ln>
        </p:spPr>
      </p:pic>
      <p:sp>
        <p:nvSpPr>
          <p:cNvPr id="118" name="Google Shape;118;p16"/>
          <p:cNvSpPr txBox="1">
            <a:spLocks noGrp="1"/>
          </p:cNvSpPr>
          <p:nvPr>
            <p:ph type="subTitle" idx="1"/>
          </p:nvPr>
        </p:nvSpPr>
        <p:spPr>
          <a:xfrm>
            <a:off x="1080000" y="2046550"/>
            <a:ext cx="6984000" cy="461700"/>
          </a:xfrm>
          <a:prstGeom prst="rect">
            <a:avLst/>
          </a:prstGeom>
        </p:spPr>
        <p:txBody>
          <a:bodyPr spcFirstLastPara="1" wrap="square" lIns="91425" tIns="91425" rIns="91425" bIns="91425" anchor="t" anchorCtr="0">
            <a:spAutoFit/>
          </a:bodyPr>
          <a:lstStyle>
            <a:lvl1pPr lvl="0" algn="ctr">
              <a:lnSpc>
                <a:spcPct val="100000"/>
              </a:lnSpc>
              <a:spcBef>
                <a:spcPts val="0"/>
              </a:spcBef>
              <a:spcAft>
                <a:spcPts val="0"/>
              </a:spcAft>
              <a:buSzPts val="2200"/>
              <a:buFont typeface="Helvetica Neue"/>
              <a:buNone/>
              <a:defRPr sz="2200" b="1">
                <a:latin typeface="Helvetica Neue"/>
                <a:ea typeface="Helvetica Neue"/>
                <a:cs typeface="Helvetica Neue"/>
                <a:sym typeface="Helvetica Neue"/>
              </a:defRPr>
            </a:lvl1pPr>
            <a:lvl2pPr lvl="1">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2pPr>
            <a:lvl3pPr lvl="2">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3pPr>
            <a:lvl4pPr lvl="3">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4pPr>
            <a:lvl5pPr lvl="4">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5pPr>
            <a:lvl6pPr lvl="5">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6pPr>
            <a:lvl7pPr lvl="6">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7pPr>
            <a:lvl8pPr lvl="7">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8pPr>
            <a:lvl9pPr lvl="8">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9pPr>
          </a:lstStyle>
          <a:p>
            <a:endParaRPr/>
          </a:p>
        </p:txBody>
      </p:sp>
      <p:sp>
        <p:nvSpPr>
          <p:cNvPr id="119" name="Google Shape;119;p16"/>
          <p:cNvSpPr txBox="1">
            <a:spLocks noGrp="1"/>
          </p:cNvSpPr>
          <p:nvPr>
            <p:ph type="title"/>
          </p:nvPr>
        </p:nvSpPr>
        <p:spPr>
          <a:xfrm>
            <a:off x="1080000" y="1720750"/>
            <a:ext cx="6984000" cy="325800"/>
          </a:xfrm>
          <a:prstGeom prst="rect">
            <a:avLst/>
          </a:prstGeom>
          <a:noFill/>
        </p:spPr>
        <p:txBody>
          <a:bodyPr spcFirstLastPara="1" wrap="square" lIns="91425" tIns="91425" rIns="91425" bIns="91425" anchor="t" anchorCtr="0">
            <a:spAutoFit/>
          </a:bodyPr>
          <a:lstStyle>
            <a:lvl1pPr lvl="0" algn="ctr">
              <a:spcBef>
                <a:spcPts val="0"/>
              </a:spcBef>
              <a:spcAft>
                <a:spcPts val="0"/>
              </a:spcAft>
              <a:buSzPts val="1000"/>
              <a:buNone/>
              <a:defRPr sz="1000"/>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120" name="Google Shape;120;p16"/>
          <p:cNvSpPr txBox="1">
            <a:spLocks noGrp="1"/>
          </p:cNvSpPr>
          <p:nvPr>
            <p:ph type="sldNum" idx="2"/>
          </p:nvPr>
        </p:nvSpPr>
        <p:spPr>
          <a:xfrm>
            <a:off x="8113758" y="4740600"/>
            <a:ext cx="852900" cy="276900"/>
          </a:xfrm>
          <a:prstGeom prst="rect">
            <a:avLst/>
          </a:prstGeom>
        </p:spPr>
        <p:txBody>
          <a:bodyPr spcFirstLastPara="1" wrap="square" lIns="91425" tIns="91425" rIns="91425" bIns="91425" anchor="ctr" anchorCtr="0">
            <a:spAutoFit/>
          </a:bodyPr>
          <a:lstStyle>
            <a:lvl1pPr lvl="0" algn="r">
              <a:buNone/>
              <a:defRPr sz="600">
                <a:solidFill>
                  <a:schemeClr val="dk1"/>
                </a:solidFill>
                <a:latin typeface="Helvetica Neue Light"/>
                <a:ea typeface="Helvetica Neue Light"/>
                <a:cs typeface="Helvetica Neue Light"/>
                <a:sym typeface="Helvetica Neue Light"/>
              </a:defRPr>
            </a:lvl1pPr>
            <a:lvl2pPr lvl="1" algn="r">
              <a:buNone/>
              <a:defRPr sz="600">
                <a:solidFill>
                  <a:schemeClr val="dk1"/>
                </a:solidFill>
                <a:latin typeface="Helvetica Neue Light"/>
                <a:ea typeface="Helvetica Neue Light"/>
                <a:cs typeface="Helvetica Neue Light"/>
                <a:sym typeface="Helvetica Neue Light"/>
              </a:defRPr>
            </a:lvl2pPr>
            <a:lvl3pPr lvl="2" algn="r">
              <a:buNone/>
              <a:defRPr sz="600">
                <a:solidFill>
                  <a:schemeClr val="dk1"/>
                </a:solidFill>
                <a:latin typeface="Helvetica Neue Light"/>
                <a:ea typeface="Helvetica Neue Light"/>
                <a:cs typeface="Helvetica Neue Light"/>
                <a:sym typeface="Helvetica Neue Light"/>
              </a:defRPr>
            </a:lvl3pPr>
            <a:lvl4pPr lvl="3" algn="r">
              <a:buNone/>
              <a:defRPr sz="600">
                <a:solidFill>
                  <a:schemeClr val="dk1"/>
                </a:solidFill>
                <a:latin typeface="Helvetica Neue Light"/>
                <a:ea typeface="Helvetica Neue Light"/>
                <a:cs typeface="Helvetica Neue Light"/>
                <a:sym typeface="Helvetica Neue Light"/>
              </a:defRPr>
            </a:lvl4pPr>
            <a:lvl5pPr lvl="4" algn="r">
              <a:buNone/>
              <a:defRPr sz="600">
                <a:solidFill>
                  <a:schemeClr val="dk1"/>
                </a:solidFill>
                <a:latin typeface="Helvetica Neue Light"/>
                <a:ea typeface="Helvetica Neue Light"/>
                <a:cs typeface="Helvetica Neue Light"/>
                <a:sym typeface="Helvetica Neue Light"/>
              </a:defRPr>
            </a:lvl5pPr>
            <a:lvl6pPr lvl="5" algn="r">
              <a:buNone/>
              <a:defRPr sz="600">
                <a:solidFill>
                  <a:schemeClr val="dk1"/>
                </a:solidFill>
                <a:latin typeface="Helvetica Neue Light"/>
                <a:ea typeface="Helvetica Neue Light"/>
                <a:cs typeface="Helvetica Neue Light"/>
                <a:sym typeface="Helvetica Neue Light"/>
              </a:defRPr>
            </a:lvl6pPr>
            <a:lvl7pPr lvl="6" algn="r">
              <a:buNone/>
              <a:defRPr sz="600">
                <a:solidFill>
                  <a:schemeClr val="dk1"/>
                </a:solidFill>
                <a:latin typeface="Helvetica Neue Light"/>
                <a:ea typeface="Helvetica Neue Light"/>
                <a:cs typeface="Helvetica Neue Light"/>
                <a:sym typeface="Helvetica Neue Light"/>
              </a:defRPr>
            </a:lvl7pPr>
            <a:lvl8pPr lvl="7" algn="r">
              <a:buNone/>
              <a:defRPr sz="600">
                <a:solidFill>
                  <a:schemeClr val="dk1"/>
                </a:solidFill>
                <a:latin typeface="Helvetica Neue Light"/>
                <a:ea typeface="Helvetica Neue Light"/>
                <a:cs typeface="Helvetica Neue Light"/>
                <a:sym typeface="Helvetica Neue Light"/>
              </a:defRPr>
            </a:lvl8pPr>
            <a:lvl9pPr lvl="8" algn="r">
              <a:buNone/>
              <a:defRPr sz="600">
                <a:solidFill>
                  <a:schemeClr val="dk1"/>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GB"/>
              <a:t>‹#›</a:t>
            </a:fld>
            <a:endParaRPr>
              <a:latin typeface="Inter Light"/>
              <a:ea typeface="Inter Light"/>
              <a:cs typeface="Inter Light"/>
              <a:sym typeface="Inter Light"/>
            </a:endParaRPr>
          </a:p>
        </p:txBody>
      </p:sp>
      <p:sp>
        <p:nvSpPr>
          <p:cNvPr id="121" name="Google Shape;121;p16"/>
          <p:cNvSpPr txBox="1"/>
          <p:nvPr/>
        </p:nvSpPr>
        <p:spPr>
          <a:xfrm>
            <a:off x="3351292" y="4740597"/>
            <a:ext cx="2441400" cy="276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GB" sz="600">
                <a:solidFill>
                  <a:schemeClr val="dk1"/>
                </a:solidFill>
                <a:latin typeface="Helvetica Neue"/>
                <a:ea typeface="Helvetica Neue"/>
                <a:cs typeface="Helvetica Neue"/>
                <a:sym typeface="Helvetica Neue"/>
              </a:rPr>
              <a:t>© Marni 2026, All rights reserved</a:t>
            </a:r>
            <a:endParaRPr sz="600">
              <a:solidFill>
                <a:schemeClr val="dk2"/>
              </a:solidFill>
              <a:latin typeface="Helvetica Neue"/>
              <a:ea typeface="Helvetica Neue"/>
              <a:cs typeface="Helvetica Neue"/>
              <a:sym typeface="Helvetica Neue"/>
            </a:endParaRPr>
          </a:p>
        </p:txBody>
      </p:sp>
      <p:sp>
        <p:nvSpPr>
          <p:cNvPr id="122" name="Google Shape;122;p16"/>
          <p:cNvSpPr txBox="1"/>
          <p:nvPr/>
        </p:nvSpPr>
        <p:spPr>
          <a:xfrm>
            <a:off x="177325" y="4740597"/>
            <a:ext cx="2441400" cy="276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600">
                <a:solidFill>
                  <a:schemeClr val="dk1"/>
                </a:solidFill>
                <a:latin typeface="Helvetica Neue Light"/>
                <a:ea typeface="Helvetica Neue Light"/>
                <a:cs typeface="Helvetica Neue Light"/>
                <a:sym typeface="Helvetica Neue Light"/>
              </a:rPr>
              <a:t>January 26</a:t>
            </a:r>
            <a:endParaRPr sz="600">
              <a:solidFill>
                <a:schemeClr val="dk2"/>
              </a:solidFill>
              <a:latin typeface="Helvetica Neue Light"/>
              <a:ea typeface="Helvetica Neue Light"/>
              <a:cs typeface="Helvetica Neue Light"/>
              <a:sym typeface="Helvetica Neue Light"/>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co Page">
  <p:cSld name="SECTION_HEADER_2">
    <p:spTree>
      <p:nvGrpSpPr>
        <p:cNvPr id="1" name="Shape 123"/>
        <p:cNvGrpSpPr/>
        <p:nvPr/>
      </p:nvGrpSpPr>
      <p:grpSpPr>
        <a:xfrm>
          <a:off x="0" y="0"/>
          <a:ext cx="0" cy="0"/>
          <a:chOff x="0" y="0"/>
          <a:chExt cx="0" cy="0"/>
        </a:xfrm>
      </p:grpSpPr>
      <p:pic>
        <p:nvPicPr>
          <p:cNvPr id="124" name="Google Shape;124;p17" title="42.jpg"/>
          <p:cNvPicPr preferRelativeResize="0"/>
          <p:nvPr/>
        </p:nvPicPr>
        <p:blipFill rotWithShape="1">
          <a:blip r:embed="rId2">
            <a:alphaModFix/>
          </a:blip>
          <a:srcRect/>
          <a:stretch/>
        </p:blipFill>
        <p:spPr>
          <a:xfrm>
            <a:off x="0" y="0"/>
            <a:ext cx="9144003" cy="5143499"/>
          </a:xfrm>
          <a:prstGeom prst="rect">
            <a:avLst/>
          </a:prstGeom>
          <a:noFill/>
          <a:ln>
            <a:noFill/>
          </a:ln>
        </p:spPr>
      </p:pic>
      <p:sp>
        <p:nvSpPr>
          <p:cNvPr id="125" name="Google Shape;125;p17"/>
          <p:cNvSpPr txBox="1">
            <a:spLocks noGrp="1"/>
          </p:cNvSpPr>
          <p:nvPr>
            <p:ph type="subTitle" idx="1"/>
          </p:nvPr>
        </p:nvSpPr>
        <p:spPr>
          <a:xfrm>
            <a:off x="1079995" y="168107"/>
            <a:ext cx="5010600" cy="461700"/>
          </a:xfrm>
          <a:prstGeom prst="rect">
            <a:avLst/>
          </a:prstGeom>
        </p:spPr>
        <p:txBody>
          <a:bodyPr spcFirstLastPara="1" wrap="square" lIns="91425" tIns="91425" rIns="91425" bIns="91425" anchor="t" anchorCtr="0">
            <a:spAutoFit/>
          </a:bodyPr>
          <a:lstStyle>
            <a:lvl1pPr lvl="0">
              <a:lnSpc>
                <a:spcPct val="100000"/>
              </a:lnSpc>
              <a:spcBef>
                <a:spcPts val="0"/>
              </a:spcBef>
              <a:spcAft>
                <a:spcPts val="0"/>
              </a:spcAft>
              <a:buSzPts val="2200"/>
              <a:buFont typeface="Helvetica Neue"/>
              <a:buNone/>
              <a:defRPr sz="2200" b="1">
                <a:latin typeface="Helvetica Neue"/>
                <a:ea typeface="Helvetica Neue"/>
                <a:cs typeface="Helvetica Neue"/>
                <a:sym typeface="Helvetica Neue"/>
              </a:defRPr>
            </a:lvl1pPr>
            <a:lvl2pPr lvl="1">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2pPr>
            <a:lvl3pPr lvl="2">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3pPr>
            <a:lvl4pPr lvl="3">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4pPr>
            <a:lvl5pPr lvl="4">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5pPr>
            <a:lvl6pPr lvl="5">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6pPr>
            <a:lvl7pPr lvl="6">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7pPr>
            <a:lvl8pPr lvl="7">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8pPr>
            <a:lvl9pPr lvl="8">
              <a:lnSpc>
                <a:spcPct val="100000"/>
              </a:lnSpc>
              <a:spcBef>
                <a:spcPts val="0"/>
              </a:spcBef>
              <a:spcAft>
                <a:spcPts val="0"/>
              </a:spcAft>
              <a:buSzPts val="2800"/>
              <a:buFont typeface="Helvetica Neue"/>
              <a:buNone/>
              <a:defRPr sz="2800" b="1">
                <a:latin typeface="Helvetica Neue"/>
                <a:ea typeface="Helvetica Neue"/>
                <a:cs typeface="Helvetica Neue"/>
                <a:sym typeface="Helvetica Neue"/>
              </a:defRPr>
            </a:lvl9pPr>
          </a:lstStyle>
          <a:p>
            <a:endParaRPr/>
          </a:p>
        </p:txBody>
      </p:sp>
      <p:sp>
        <p:nvSpPr>
          <p:cNvPr id="126" name="Google Shape;126;p17"/>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lvl1pPr lvl="0" algn="r">
              <a:buNone/>
              <a:defRPr sz="600">
                <a:solidFill>
                  <a:schemeClr val="dk1"/>
                </a:solidFill>
                <a:latin typeface="Helvetica Neue Light"/>
                <a:ea typeface="Helvetica Neue Light"/>
                <a:cs typeface="Helvetica Neue Light"/>
                <a:sym typeface="Helvetica Neue Light"/>
              </a:defRPr>
            </a:lvl1pPr>
            <a:lvl2pPr lvl="1" algn="r">
              <a:buNone/>
              <a:defRPr sz="600">
                <a:solidFill>
                  <a:schemeClr val="dk1"/>
                </a:solidFill>
                <a:latin typeface="Helvetica Neue Light"/>
                <a:ea typeface="Helvetica Neue Light"/>
                <a:cs typeface="Helvetica Neue Light"/>
                <a:sym typeface="Helvetica Neue Light"/>
              </a:defRPr>
            </a:lvl2pPr>
            <a:lvl3pPr lvl="2" algn="r">
              <a:buNone/>
              <a:defRPr sz="600">
                <a:solidFill>
                  <a:schemeClr val="dk1"/>
                </a:solidFill>
                <a:latin typeface="Helvetica Neue Light"/>
                <a:ea typeface="Helvetica Neue Light"/>
                <a:cs typeface="Helvetica Neue Light"/>
                <a:sym typeface="Helvetica Neue Light"/>
              </a:defRPr>
            </a:lvl3pPr>
            <a:lvl4pPr lvl="3" algn="r">
              <a:buNone/>
              <a:defRPr sz="600">
                <a:solidFill>
                  <a:schemeClr val="dk1"/>
                </a:solidFill>
                <a:latin typeface="Helvetica Neue Light"/>
                <a:ea typeface="Helvetica Neue Light"/>
                <a:cs typeface="Helvetica Neue Light"/>
                <a:sym typeface="Helvetica Neue Light"/>
              </a:defRPr>
            </a:lvl4pPr>
            <a:lvl5pPr lvl="4" algn="r">
              <a:buNone/>
              <a:defRPr sz="600">
                <a:solidFill>
                  <a:schemeClr val="dk1"/>
                </a:solidFill>
                <a:latin typeface="Helvetica Neue Light"/>
                <a:ea typeface="Helvetica Neue Light"/>
                <a:cs typeface="Helvetica Neue Light"/>
                <a:sym typeface="Helvetica Neue Light"/>
              </a:defRPr>
            </a:lvl5pPr>
            <a:lvl6pPr lvl="5" algn="r">
              <a:buNone/>
              <a:defRPr sz="600">
                <a:solidFill>
                  <a:schemeClr val="dk1"/>
                </a:solidFill>
                <a:latin typeface="Helvetica Neue Light"/>
                <a:ea typeface="Helvetica Neue Light"/>
                <a:cs typeface="Helvetica Neue Light"/>
                <a:sym typeface="Helvetica Neue Light"/>
              </a:defRPr>
            </a:lvl6pPr>
            <a:lvl7pPr lvl="6" algn="r">
              <a:buNone/>
              <a:defRPr sz="600">
                <a:solidFill>
                  <a:schemeClr val="dk1"/>
                </a:solidFill>
                <a:latin typeface="Helvetica Neue Light"/>
                <a:ea typeface="Helvetica Neue Light"/>
                <a:cs typeface="Helvetica Neue Light"/>
                <a:sym typeface="Helvetica Neue Light"/>
              </a:defRPr>
            </a:lvl7pPr>
            <a:lvl8pPr lvl="7" algn="r">
              <a:buNone/>
              <a:defRPr sz="600">
                <a:solidFill>
                  <a:schemeClr val="dk1"/>
                </a:solidFill>
                <a:latin typeface="Helvetica Neue Light"/>
                <a:ea typeface="Helvetica Neue Light"/>
                <a:cs typeface="Helvetica Neue Light"/>
                <a:sym typeface="Helvetica Neue Light"/>
              </a:defRPr>
            </a:lvl8pPr>
            <a:lvl9pPr lvl="8" algn="r">
              <a:buNone/>
              <a:defRPr sz="600">
                <a:solidFill>
                  <a:schemeClr val="dk1"/>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GB"/>
              <a:t>‹#›</a:t>
            </a:fld>
            <a:endParaRPr>
              <a:latin typeface="Inter Light"/>
              <a:ea typeface="Inter Light"/>
              <a:cs typeface="Inter Light"/>
              <a:sym typeface="Inter Light"/>
            </a:endParaRPr>
          </a:p>
        </p:txBody>
      </p:sp>
      <p:sp>
        <p:nvSpPr>
          <p:cNvPr id="127" name="Google Shape;127;p17"/>
          <p:cNvSpPr txBox="1"/>
          <p:nvPr/>
        </p:nvSpPr>
        <p:spPr>
          <a:xfrm>
            <a:off x="3351292" y="4740597"/>
            <a:ext cx="2441400" cy="276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GB" sz="600">
                <a:solidFill>
                  <a:schemeClr val="dk1"/>
                </a:solidFill>
                <a:latin typeface="Helvetica Neue"/>
                <a:ea typeface="Helvetica Neue"/>
                <a:cs typeface="Helvetica Neue"/>
                <a:sym typeface="Helvetica Neue"/>
              </a:rPr>
              <a:t>© Marni 2026, All rights reserved</a:t>
            </a:r>
            <a:endParaRPr sz="600">
              <a:solidFill>
                <a:schemeClr val="dk2"/>
              </a:solidFill>
              <a:latin typeface="Helvetica Neue"/>
              <a:ea typeface="Helvetica Neue"/>
              <a:cs typeface="Helvetica Neue"/>
              <a:sym typeface="Helvetica Neue"/>
            </a:endParaRPr>
          </a:p>
        </p:txBody>
      </p:sp>
      <p:sp>
        <p:nvSpPr>
          <p:cNvPr id="128" name="Google Shape;128;p17"/>
          <p:cNvSpPr txBox="1"/>
          <p:nvPr/>
        </p:nvSpPr>
        <p:spPr>
          <a:xfrm>
            <a:off x="177325" y="4740597"/>
            <a:ext cx="2441400" cy="276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600">
                <a:solidFill>
                  <a:schemeClr val="dk1"/>
                </a:solidFill>
                <a:latin typeface="Helvetica Neue Light"/>
                <a:ea typeface="Helvetica Neue Light"/>
                <a:cs typeface="Helvetica Neue Light"/>
                <a:sym typeface="Helvetica Neue Light"/>
              </a:rPr>
              <a:t>January 26</a:t>
            </a:r>
            <a:endParaRPr sz="600">
              <a:solidFill>
                <a:schemeClr val="dk2"/>
              </a:solidFill>
              <a:latin typeface="Helvetica Neue Light"/>
              <a:ea typeface="Helvetica Neue Light"/>
              <a:cs typeface="Helvetica Neue Light"/>
              <a:sym typeface="Helvetica Neue Light"/>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6" name="Google Shape;6;p1" title="3.jpg"/>
          <p:cNvPicPr preferRelativeResize="0"/>
          <p:nvPr/>
        </p:nvPicPr>
        <p:blipFill rotWithShape="1">
          <a:blip r:embed="rId18">
            <a:alphaModFix/>
          </a:blip>
          <a:srcRect/>
          <a:stretch/>
        </p:blipFill>
        <p:spPr>
          <a:xfrm>
            <a:off x="0" y="0"/>
            <a:ext cx="9144003" cy="5143499"/>
          </a:xfrm>
          <a:prstGeom prst="rect">
            <a:avLst/>
          </a:prstGeom>
          <a:noFill/>
          <a:ln>
            <a:noFill/>
          </a:ln>
        </p:spPr>
      </p:pic>
      <p:sp>
        <p:nvSpPr>
          <p:cNvPr id="7" name="Google Shape;7;p1"/>
          <p:cNvSpPr txBox="1">
            <a:spLocks noGrp="1"/>
          </p:cNvSpPr>
          <p:nvPr>
            <p:ph type="title"/>
          </p:nvPr>
        </p:nvSpPr>
        <p:spPr>
          <a:xfrm>
            <a:off x="311700" y="445025"/>
            <a:ext cx="8520600" cy="489600"/>
          </a:xfrm>
          <a:prstGeom prst="rect">
            <a:avLst/>
          </a:prstGeom>
          <a:noFill/>
          <a:ln>
            <a:noFill/>
          </a:ln>
        </p:spPr>
        <p:txBody>
          <a:bodyPr spcFirstLastPara="1" wrap="square" lIns="91425" tIns="91425" rIns="91425" bIns="91425" anchor="t" anchorCtr="0">
            <a:spAutoFit/>
          </a:bodyPr>
          <a:lstStyle>
            <a:lvl1pPr lvl="0">
              <a:spcBef>
                <a:spcPts val="0"/>
              </a:spcBef>
              <a:spcAft>
                <a:spcPts val="0"/>
              </a:spcAft>
              <a:buClr>
                <a:schemeClr val="dk1"/>
              </a:buClr>
              <a:buSzPts val="2000"/>
              <a:buFont typeface="Helvetica Neue"/>
              <a:buNone/>
              <a:defRPr sz="2000">
                <a:solidFill>
                  <a:schemeClr val="dk1"/>
                </a:solidFill>
                <a:latin typeface="Helvetica Neue"/>
                <a:ea typeface="Helvetica Neue"/>
                <a:cs typeface="Helvetica Neue"/>
                <a:sym typeface="Helvetica Neue"/>
              </a:defRPr>
            </a:lvl1pPr>
            <a:lvl2pPr lvl="1">
              <a:spcBef>
                <a:spcPts val="0"/>
              </a:spcBef>
              <a:spcAft>
                <a:spcPts val="0"/>
              </a:spcAft>
              <a:buClr>
                <a:schemeClr val="dk1"/>
              </a:buClr>
              <a:buSzPts val="2000"/>
              <a:buFont typeface="Inter Medium"/>
              <a:buNone/>
              <a:defRPr sz="2000">
                <a:solidFill>
                  <a:schemeClr val="dk1"/>
                </a:solidFill>
                <a:latin typeface="Inter Medium"/>
                <a:ea typeface="Inter Medium"/>
                <a:cs typeface="Inter Medium"/>
                <a:sym typeface="Inter Medium"/>
              </a:defRPr>
            </a:lvl2pPr>
            <a:lvl3pPr lvl="2">
              <a:spcBef>
                <a:spcPts val="0"/>
              </a:spcBef>
              <a:spcAft>
                <a:spcPts val="0"/>
              </a:spcAft>
              <a:buClr>
                <a:schemeClr val="dk1"/>
              </a:buClr>
              <a:buSzPts val="2000"/>
              <a:buFont typeface="Inter Medium"/>
              <a:buNone/>
              <a:defRPr sz="2000">
                <a:solidFill>
                  <a:schemeClr val="dk1"/>
                </a:solidFill>
                <a:latin typeface="Inter Medium"/>
                <a:ea typeface="Inter Medium"/>
                <a:cs typeface="Inter Medium"/>
                <a:sym typeface="Inter Medium"/>
              </a:defRPr>
            </a:lvl3pPr>
            <a:lvl4pPr lvl="3">
              <a:spcBef>
                <a:spcPts val="0"/>
              </a:spcBef>
              <a:spcAft>
                <a:spcPts val="0"/>
              </a:spcAft>
              <a:buClr>
                <a:schemeClr val="dk1"/>
              </a:buClr>
              <a:buSzPts val="2000"/>
              <a:buFont typeface="Inter Medium"/>
              <a:buNone/>
              <a:defRPr sz="2000">
                <a:solidFill>
                  <a:schemeClr val="dk1"/>
                </a:solidFill>
                <a:latin typeface="Inter Medium"/>
                <a:ea typeface="Inter Medium"/>
                <a:cs typeface="Inter Medium"/>
                <a:sym typeface="Inter Medium"/>
              </a:defRPr>
            </a:lvl4pPr>
            <a:lvl5pPr lvl="4">
              <a:spcBef>
                <a:spcPts val="0"/>
              </a:spcBef>
              <a:spcAft>
                <a:spcPts val="0"/>
              </a:spcAft>
              <a:buClr>
                <a:schemeClr val="dk1"/>
              </a:buClr>
              <a:buSzPts val="2000"/>
              <a:buFont typeface="Inter Medium"/>
              <a:buNone/>
              <a:defRPr sz="2000">
                <a:solidFill>
                  <a:schemeClr val="dk1"/>
                </a:solidFill>
                <a:latin typeface="Inter Medium"/>
                <a:ea typeface="Inter Medium"/>
                <a:cs typeface="Inter Medium"/>
                <a:sym typeface="Inter Medium"/>
              </a:defRPr>
            </a:lvl5pPr>
            <a:lvl6pPr lvl="5">
              <a:spcBef>
                <a:spcPts val="0"/>
              </a:spcBef>
              <a:spcAft>
                <a:spcPts val="0"/>
              </a:spcAft>
              <a:buClr>
                <a:schemeClr val="dk1"/>
              </a:buClr>
              <a:buSzPts val="2000"/>
              <a:buFont typeface="Inter Medium"/>
              <a:buNone/>
              <a:defRPr sz="2000">
                <a:solidFill>
                  <a:schemeClr val="dk1"/>
                </a:solidFill>
                <a:latin typeface="Inter Medium"/>
                <a:ea typeface="Inter Medium"/>
                <a:cs typeface="Inter Medium"/>
                <a:sym typeface="Inter Medium"/>
              </a:defRPr>
            </a:lvl6pPr>
            <a:lvl7pPr lvl="6">
              <a:spcBef>
                <a:spcPts val="0"/>
              </a:spcBef>
              <a:spcAft>
                <a:spcPts val="0"/>
              </a:spcAft>
              <a:buClr>
                <a:schemeClr val="dk1"/>
              </a:buClr>
              <a:buSzPts val="2000"/>
              <a:buFont typeface="Inter Medium"/>
              <a:buNone/>
              <a:defRPr sz="2000">
                <a:solidFill>
                  <a:schemeClr val="dk1"/>
                </a:solidFill>
                <a:latin typeface="Inter Medium"/>
                <a:ea typeface="Inter Medium"/>
                <a:cs typeface="Inter Medium"/>
                <a:sym typeface="Inter Medium"/>
              </a:defRPr>
            </a:lvl7pPr>
            <a:lvl8pPr lvl="7">
              <a:spcBef>
                <a:spcPts val="0"/>
              </a:spcBef>
              <a:spcAft>
                <a:spcPts val="0"/>
              </a:spcAft>
              <a:buClr>
                <a:schemeClr val="dk1"/>
              </a:buClr>
              <a:buSzPts val="2000"/>
              <a:buFont typeface="Inter Medium"/>
              <a:buNone/>
              <a:defRPr sz="2000">
                <a:solidFill>
                  <a:schemeClr val="dk1"/>
                </a:solidFill>
                <a:latin typeface="Inter Medium"/>
                <a:ea typeface="Inter Medium"/>
                <a:cs typeface="Inter Medium"/>
                <a:sym typeface="Inter Medium"/>
              </a:defRPr>
            </a:lvl8pPr>
            <a:lvl9pPr lvl="8">
              <a:spcBef>
                <a:spcPts val="0"/>
              </a:spcBef>
              <a:spcAft>
                <a:spcPts val="0"/>
              </a:spcAft>
              <a:buClr>
                <a:schemeClr val="dk1"/>
              </a:buClr>
              <a:buSzPts val="2000"/>
              <a:buFont typeface="Inter Medium"/>
              <a:buNone/>
              <a:defRPr sz="2000">
                <a:solidFill>
                  <a:schemeClr val="dk1"/>
                </a:solidFill>
                <a:latin typeface="Inter Medium"/>
                <a:ea typeface="Inter Medium"/>
                <a:cs typeface="Inter Medium"/>
                <a:sym typeface="Inter Medium"/>
              </a:defRPr>
            </a:lvl9pPr>
          </a:lstStyle>
          <a:p>
            <a:endParaRPr/>
          </a:p>
        </p:txBody>
      </p:sp>
      <p:sp>
        <p:nvSpPr>
          <p:cNvPr id="8" name="Google Shape;8;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30200" rtl="0">
              <a:lnSpc>
                <a:spcPct val="115000"/>
              </a:lnSpc>
              <a:spcBef>
                <a:spcPts val="0"/>
              </a:spcBef>
              <a:spcAft>
                <a:spcPts val="0"/>
              </a:spcAft>
              <a:buClr>
                <a:schemeClr val="dk1"/>
              </a:buClr>
              <a:buSzPts val="1600"/>
              <a:buFont typeface="Helvetica Neue"/>
              <a:buChar char="●"/>
              <a:defRPr sz="1600">
                <a:solidFill>
                  <a:schemeClr val="dk1"/>
                </a:solidFill>
                <a:latin typeface="Helvetica Neue"/>
                <a:ea typeface="Helvetica Neue"/>
                <a:cs typeface="Helvetica Neue"/>
                <a:sym typeface="Helvetica Neue"/>
              </a:defRPr>
            </a:lvl1pPr>
            <a:lvl2pPr marL="914400" lvl="1" indent="-317500">
              <a:lnSpc>
                <a:spcPct val="115000"/>
              </a:lnSpc>
              <a:spcBef>
                <a:spcPts val="0"/>
              </a:spcBef>
              <a:spcAft>
                <a:spcPts val="0"/>
              </a:spcAft>
              <a:buClr>
                <a:schemeClr val="dk1"/>
              </a:buClr>
              <a:buSzPts val="1400"/>
              <a:buFont typeface="Helvetica Neue Light"/>
              <a:buChar char="○"/>
              <a:defRPr>
                <a:solidFill>
                  <a:schemeClr val="dk1"/>
                </a:solidFill>
                <a:latin typeface="Helvetica Neue Light"/>
                <a:ea typeface="Helvetica Neue Light"/>
                <a:cs typeface="Helvetica Neue Light"/>
                <a:sym typeface="Helvetica Neue Light"/>
              </a:defRPr>
            </a:lvl2pPr>
            <a:lvl3pPr marL="1371600" lvl="2" indent="-304800">
              <a:lnSpc>
                <a:spcPct val="115000"/>
              </a:lnSpc>
              <a:spcBef>
                <a:spcPts val="0"/>
              </a:spcBef>
              <a:spcAft>
                <a:spcPts val="0"/>
              </a:spcAft>
              <a:buClr>
                <a:schemeClr val="dk1"/>
              </a:buClr>
              <a:buSzPts val="1200"/>
              <a:buFont typeface="Helvetica Neue"/>
              <a:buChar char="■"/>
              <a:defRPr sz="1200">
                <a:solidFill>
                  <a:schemeClr val="dk1"/>
                </a:solidFill>
                <a:latin typeface="Helvetica Neue"/>
                <a:ea typeface="Helvetica Neue"/>
                <a:cs typeface="Helvetica Neue"/>
                <a:sym typeface="Helvetica Neue"/>
              </a:defRPr>
            </a:lvl3pPr>
            <a:lvl4pPr marL="1828800" lvl="3" indent="-304800">
              <a:lnSpc>
                <a:spcPct val="115000"/>
              </a:lnSpc>
              <a:spcBef>
                <a:spcPts val="0"/>
              </a:spcBef>
              <a:spcAft>
                <a:spcPts val="0"/>
              </a:spcAft>
              <a:buClr>
                <a:schemeClr val="dk1"/>
              </a:buClr>
              <a:buSzPts val="1200"/>
              <a:buFont typeface="Helvetica Neue Light"/>
              <a:buChar char="●"/>
              <a:defRPr sz="1200">
                <a:solidFill>
                  <a:schemeClr val="dk1"/>
                </a:solidFill>
                <a:latin typeface="Helvetica Neue Light"/>
                <a:ea typeface="Helvetica Neue Light"/>
                <a:cs typeface="Helvetica Neue Light"/>
                <a:sym typeface="Helvetica Neue Light"/>
              </a:defRPr>
            </a:lvl4pPr>
            <a:lvl5pPr marL="2286000" lvl="4" indent="-285750">
              <a:lnSpc>
                <a:spcPct val="115000"/>
              </a:lnSpc>
              <a:spcBef>
                <a:spcPts val="0"/>
              </a:spcBef>
              <a:spcAft>
                <a:spcPts val="0"/>
              </a:spcAft>
              <a:buClr>
                <a:schemeClr val="dk1"/>
              </a:buClr>
              <a:buSzPts val="900"/>
              <a:buFont typeface="Helvetica Neue"/>
              <a:buChar char="○"/>
              <a:defRPr sz="900">
                <a:solidFill>
                  <a:schemeClr val="dk1"/>
                </a:solidFill>
                <a:latin typeface="Helvetica Neue"/>
                <a:ea typeface="Helvetica Neue"/>
                <a:cs typeface="Helvetica Neue"/>
                <a:sym typeface="Helvetica Neue"/>
              </a:defRPr>
            </a:lvl5pPr>
            <a:lvl6pPr marL="2743200" lvl="5" indent="-285750">
              <a:lnSpc>
                <a:spcPct val="115000"/>
              </a:lnSpc>
              <a:spcBef>
                <a:spcPts val="0"/>
              </a:spcBef>
              <a:spcAft>
                <a:spcPts val="0"/>
              </a:spcAft>
              <a:buClr>
                <a:schemeClr val="dk1"/>
              </a:buClr>
              <a:buSzPts val="900"/>
              <a:buFont typeface="Helvetica Neue Light"/>
              <a:buChar char="■"/>
              <a:defRPr sz="900">
                <a:solidFill>
                  <a:schemeClr val="dk1"/>
                </a:solidFill>
                <a:latin typeface="Helvetica Neue Light"/>
                <a:ea typeface="Helvetica Neue Light"/>
                <a:cs typeface="Helvetica Neue Light"/>
                <a:sym typeface="Helvetica Neue Light"/>
              </a:defRPr>
            </a:lvl6pPr>
            <a:lvl7pPr marL="3200400" lvl="6" indent="-285750" rtl="0">
              <a:lnSpc>
                <a:spcPct val="115000"/>
              </a:lnSpc>
              <a:spcBef>
                <a:spcPts val="0"/>
              </a:spcBef>
              <a:spcAft>
                <a:spcPts val="0"/>
              </a:spcAft>
              <a:buClr>
                <a:schemeClr val="dk1"/>
              </a:buClr>
              <a:buSzPts val="900"/>
              <a:buFont typeface="Helvetica Neue"/>
              <a:buChar char="●"/>
              <a:defRPr sz="900">
                <a:solidFill>
                  <a:schemeClr val="dk1"/>
                </a:solidFill>
                <a:latin typeface="Helvetica Neue"/>
                <a:ea typeface="Helvetica Neue"/>
                <a:cs typeface="Helvetica Neue"/>
                <a:sym typeface="Helvetica Neue"/>
              </a:defRPr>
            </a:lvl7pPr>
            <a:lvl8pPr marL="3657600" lvl="7" indent="-285750">
              <a:lnSpc>
                <a:spcPct val="115000"/>
              </a:lnSpc>
              <a:spcBef>
                <a:spcPts val="0"/>
              </a:spcBef>
              <a:spcAft>
                <a:spcPts val="0"/>
              </a:spcAft>
              <a:buClr>
                <a:schemeClr val="dk1"/>
              </a:buClr>
              <a:buSzPts val="900"/>
              <a:buFont typeface="Helvetica Neue"/>
              <a:buChar char="○"/>
              <a:defRPr sz="900">
                <a:solidFill>
                  <a:schemeClr val="dk1"/>
                </a:solidFill>
                <a:latin typeface="Helvetica Neue"/>
                <a:ea typeface="Helvetica Neue"/>
                <a:cs typeface="Helvetica Neue"/>
                <a:sym typeface="Helvetica Neue"/>
              </a:defRPr>
            </a:lvl8pPr>
            <a:lvl9pPr marL="4114800" lvl="8" indent="-285750">
              <a:lnSpc>
                <a:spcPct val="115000"/>
              </a:lnSpc>
              <a:spcBef>
                <a:spcPts val="0"/>
              </a:spcBef>
              <a:spcAft>
                <a:spcPts val="0"/>
              </a:spcAft>
              <a:buClr>
                <a:schemeClr val="dk1"/>
              </a:buClr>
              <a:buSzPts val="900"/>
              <a:buFont typeface="Helvetica Neue"/>
              <a:buChar char="■"/>
              <a:defRPr sz="900">
                <a:solidFill>
                  <a:schemeClr val="dk1"/>
                </a:solidFill>
                <a:latin typeface="Helvetica Neue"/>
                <a:ea typeface="Helvetica Neue"/>
                <a:cs typeface="Helvetica Neue"/>
                <a:sym typeface="Helvetica Neue"/>
              </a:defRPr>
            </a:lvl9pPr>
          </a:lstStyle>
          <a:p>
            <a:endParaRPr/>
          </a:p>
        </p:txBody>
      </p:sp>
      <p:sp>
        <p:nvSpPr>
          <p:cNvPr id="9" name="Google Shape;9;p1"/>
          <p:cNvSpPr txBox="1">
            <a:spLocks noGrp="1"/>
          </p:cNvSpPr>
          <p:nvPr>
            <p:ph type="sldNum" idx="12"/>
          </p:nvPr>
        </p:nvSpPr>
        <p:spPr>
          <a:xfrm>
            <a:off x="8113758" y="4740600"/>
            <a:ext cx="852900" cy="276900"/>
          </a:xfrm>
          <a:prstGeom prst="rect">
            <a:avLst/>
          </a:prstGeom>
          <a:noFill/>
          <a:ln>
            <a:noFill/>
          </a:ln>
        </p:spPr>
        <p:txBody>
          <a:bodyPr spcFirstLastPara="1" wrap="square" lIns="91425" tIns="91425" rIns="91425" bIns="91425" anchor="ctr" anchorCtr="0">
            <a:spAutoFit/>
          </a:bodyPr>
          <a:lstStyle>
            <a:lvl1pPr lvl="0" algn="r">
              <a:buNone/>
              <a:defRPr sz="600">
                <a:solidFill>
                  <a:schemeClr val="dk1"/>
                </a:solidFill>
                <a:latin typeface="Helvetica Neue Light"/>
                <a:ea typeface="Helvetica Neue Light"/>
                <a:cs typeface="Helvetica Neue Light"/>
                <a:sym typeface="Helvetica Neue Light"/>
              </a:defRPr>
            </a:lvl1pPr>
            <a:lvl2pPr lvl="1" algn="r">
              <a:buNone/>
              <a:defRPr sz="600">
                <a:solidFill>
                  <a:schemeClr val="dk1"/>
                </a:solidFill>
                <a:latin typeface="Helvetica Neue Light"/>
                <a:ea typeface="Helvetica Neue Light"/>
                <a:cs typeface="Helvetica Neue Light"/>
                <a:sym typeface="Helvetica Neue Light"/>
              </a:defRPr>
            </a:lvl2pPr>
            <a:lvl3pPr lvl="2" algn="r">
              <a:buNone/>
              <a:defRPr sz="600">
                <a:solidFill>
                  <a:schemeClr val="dk1"/>
                </a:solidFill>
                <a:latin typeface="Helvetica Neue Light"/>
                <a:ea typeface="Helvetica Neue Light"/>
                <a:cs typeface="Helvetica Neue Light"/>
                <a:sym typeface="Helvetica Neue Light"/>
              </a:defRPr>
            </a:lvl3pPr>
            <a:lvl4pPr lvl="3" algn="r">
              <a:buNone/>
              <a:defRPr sz="600">
                <a:solidFill>
                  <a:schemeClr val="dk1"/>
                </a:solidFill>
                <a:latin typeface="Helvetica Neue Light"/>
                <a:ea typeface="Helvetica Neue Light"/>
                <a:cs typeface="Helvetica Neue Light"/>
                <a:sym typeface="Helvetica Neue Light"/>
              </a:defRPr>
            </a:lvl4pPr>
            <a:lvl5pPr lvl="4" algn="r">
              <a:buNone/>
              <a:defRPr sz="600">
                <a:solidFill>
                  <a:schemeClr val="dk1"/>
                </a:solidFill>
                <a:latin typeface="Helvetica Neue Light"/>
                <a:ea typeface="Helvetica Neue Light"/>
                <a:cs typeface="Helvetica Neue Light"/>
                <a:sym typeface="Helvetica Neue Light"/>
              </a:defRPr>
            </a:lvl5pPr>
            <a:lvl6pPr lvl="5" algn="r">
              <a:buNone/>
              <a:defRPr sz="600">
                <a:solidFill>
                  <a:schemeClr val="dk1"/>
                </a:solidFill>
                <a:latin typeface="Helvetica Neue Light"/>
                <a:ea typeface="Helvetica Neue Light"/>
                <a:cs typeface="Helvetica Neue Light"/>
                <a:sym typeface="Helvetica Neue Light"/>
              </a:defRPr>
            </a:lvl6pPr>
            <a:lvl7pPr lvl="6" algn="r">
              <a:buNone/>
              <a:defRPr sz="600">
                <a:solidFill>
                  <a:schemeClr val="dk1"/>
                </a:solidFill>
                <a:latin typeface="Helvetica Neue Light"/>
                <a:ea typeface="Helvetica Neue Light"/>
                <a:cs typeface="Helvetica Neue Light"/>
                <a:sym typeface="Helvetica Neue Light"/>
              </a:defRPr>
            </a:lvl7pPr>
            <a:lvl8pPr lvl="7" algn="r">
              <a:buNone/>
              <a:defRPr sz="600">
                <a:solidFill>
                  <a:schemeClr val="dk1"/>
                </a:solidFill>
                <a:latin typeface="Helvetica Neue Light"/>
                <a:ea typeface="Helvetica Neue Light"/>
                <a:cs typeface="Helvetica Neue Light"/>
                <a:sym typeface="Helvetica Neue Light"/>
              </a:defRPr>
            </a:lvl8pPr>
            <a:lvl9pPr lvl="8" algn="r">
              <a:buNone/>
              <a:defRPr sz="600">
                <a:solidFill>
                  <a:schemeClr val="dk1"/>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GB"/>
              <a:t>‹#›</a:t>
            </a:fld>
            <a:endParaRPr sz="1400">
              <a:solidFill>
                <a:srgbClr val="000000"/>
              </a:solidFill>
              <a:latin typeface="Inter Light"/>
              <a:ea typeface="Inter Light"/>
              <a:cs typeface="Inter Light"/>
              <a:sym typeface="Inter Light"/>
            </a:endParaRPr>
          </a:p>
        </p:txBody>
      </p:sp>
      <p:sp>
        <p:nvSpPr>
          <p:cNvPr id="10" name="Google Shape;10;p1"/>
          <p:cNvSpPr txBox="1"/>
          <p:nvPr/>
        </p:nvSpPr>
        <p:spPr>
          <a:xfrm>
            <a:off x="3351292" y="4740597"/>
            <a:ext cx="2441400" cy="2769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GB" sz="600">
                <a:solidFill>
                  <a:schemeClr val="dk1"/>
                </a:solidFill>
                <a:latin typeface="Helvetica Neue"/>
                <a:ea typeface="Helvetica Neue"/>
                <a:cs typeface="Helvetica Neue"/>
                <a:sym typeface="Helvetica Neue"/>
              </a:rPr>
              <a:t>© Marni 2026, All rights reserved</a:t>
            </a:r>
            <a:endParaRPr sz="600">
              <a:solidFill>
                <a:schemeClr val="dk2"/>
              </a:solidFill>
              <a:latin typeface="Helvetica Neue"/>
              <a:ea typeface="Helvetica Neue"/>
              <a:cs typeface="Helvetica Neue"/>
              <a:sym typeface="Helvetica Neue"/>
            </a:endParaRPr>
          </a:p>
        </p:txBody>
      </p:sp>
      <p:sp>
        <p:nvSpPr>
          <p:cNvPr id="11" name="Google Shape;11;p1"/>
          <p:cNvSpPr txBox="1"/>
          <p:nvPr/>
        </p:nvSpPr>
        <p:spPr>
          <a:xfrm>
            <a:off x="177325" y="4740597"/>
            <a:ext cx="2441400" cy="276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600">
                <a:solidFill>
                  <a:schemeClr val="dk1"/>
                </a:solidFill>
                <a:latin typeface="Helvetica Neue Light"/>
                <a:ea typeface="Helvetica Neue Light"/>
                <a:cs typeface="Helvetica Neue Light"/>
                <a:sym typeface="Helvetica Neue Light"/>
              </a:rPr>
              <a:t>January 26</a:t>
            </a:r>
            <a:endParaRPr sz="600">
              <a:solidFill>
                <a:schemeClr val="dk2"/>
              </a:solidFill>
              <a:latin typeface="Helvetica Neue Light"/>
              <a:ea typeface="Helvetica Neue Light"/>
              <a:cs typeface="Helvetica Neue Light"/>
              <a:sym typeface="Helvetica Neue Light"/>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881">
          <p15:clr>
            <a:srgbClr val="E46962"/>
          </p15:clr>
        </p15:guide>
        <p15:guide id="2" orient="horz" pos="2608">
          <p15:clr>
            <a:srgbClr val="E46962"/>
          </p15:clr>
        </p15:guide>
        <p15:guide id="3" orient="horz" pos="680">
          <p15:clr>
            <a:srgbClr val="E46962"/>
          </p15:clr>
        </p15:guide>
        <p15:guide id="4" pos="680">
          <p15:clr>
            <a:srgbClr val="E46962"/>
          </p15:clr>
        </p15:guide>
        <p15:guide id="5" pos="5080">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8"/>
          <p:cNvSpPr txBox="1">
            <a:spLocks noGrp="1"/>
          </p:cNvSpPr>
          <p:nvPr>
            <p:ph type="subTitle" idx="1"/>
          </p:nvPr>
        </p:nvSpPr>
        <p:spPr>
          <a:xfrm>
            <a:off x="2516850" y="4015575"/>
            <a:ext cx="4110300" cy="4926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GB"/>
              <a:t>Click to add Title</a:t>
            </a:r>
            <a:endParaRPr/>
          </a:p>
        </p:txBody>
      </p:sp>
      <p:sp>
        <p:nvSpPr>
          <p:cNvPr id="134" name="Google Shape;134;p18"/>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GB"/>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9"/>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GB"/>
              <a:t>2</a:t>
            </a:fld>
            <a:endParaRPr>
              <a:latin typeface="Inter Light"/>
              <a:ea typeface="Inter Light"/>
              <a:cs typeface="Inter Light"/>
              <a:sym typeface="Inter Light"/>
            </a:endParaRPr>
          </a:p>
        </p:txBody>
      </p:sp>
      <p:sp>
        <p:nvSpPr>
          <p:cNvPr id="140" name="Google Shape;140;p19"/>
          <p:cNvSpPr txBox="1">
            <a:spLocks noGrp="1"/>
          </p:cNvSpPr>
          <p:nvPr>
            <p:ph type="subTitle" idx="1"/>
          </p:nvPr>
        </p:nvSpPr>
        <p:spPr>
          <a:xfrm>
            <a:off x="1079995" y="168107"/>
            <a:ext cx="5010600" cy="5232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GB"/>
              <a:t>Table of Content</a:t>
            </a:r>
            <a:endParaRPr/>
          </a:p>
        </p:txBody>
      </p:sp>
      <p:sp>
        <p:nvSpPr>
          <p:cNvPr id="141" name="Google Shape;141;p19"/>
          <p:cNvSpPr txBox="1"/>
          <p:nvPr/>
        </p:nvSpPr>
        <p:spPr>
          <a:xfrm>
            <a:off x="177325" y="162999"/>
            <a:ext cx="708600" cy="5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200" b="1">
                <a:latin typeface="Helvetica Neue"/>
                <a:ea typeface="Helvetica Neue"/>
                <a:cs typeface="Helvetica Neue"/>
                <a:sym typeface="Helvetica Neue"/>
              </a:rPr>
              <a:t>0.0</a:t>
            </a:r>
            <a:endParaRPr sz="2200">
              <a:solidFill>
                <a:srgbClr val="000000"/>
              </a:solidFill>
              <a:latin typeface="Helvetica Neue"/>
              <a:ea typeface="Helvetica Neue"/>
              <a:cs typeface="Helvetica Neue"/>
              <a:sym typeface="Helvetica Neue"/>
            </a:endParaRPr>
          </a:p>
        </p:txBody>
      </p:sp>
      <p:sp>
        <p:nvSpPr>
          <p:cNvPr id="142" name="Google Shape;142;p19"/>
          <p:cNvSpPr txBox="1">
            <a:spLocks noGrp="1"/>
          </p:cNvSpPr>
          <p:nvPr>
            <p:ph type="subTitle" idx="1"/>
          </p:nvPr>
        </p:nvSpPr>
        <p:spPr>
          <a:xfrm>
            <a:off x="1080000" y="1080000"/>
            <a:ext cx="559500" cy="3090900"/>
          </a:xfrm>
          <a:prstGeom prst="rect">
            <a:avLst/>
          </a:prstGeom>
        </p:spPr>
        <p:txBody>
          <a:bodyPr spcFirstLastPara="1" wrap="square" lIns="91425" tIns="91425" rIns="91425" bIns="91425" anchor="t" anchorCtr="0">
            <a:spAutoFit/>
          </a:bodyPr>
          <a:lstStyle/>
          <a:p>
            <a:pPr marL="0" lvl="0" indent="0" algn="l" rtl="0">
              <a:lnSpc>
                <a:spcPct val="135000"/>
              </a:lnSpc>
              <a:spcBef>
                <a:spcPts val="0"/>
              </a:spcBef>
              <a:spcAft>
                <a:spcPts val="0"/>
              </a:spcAft>
              <a:buNone/>
            </a:pPr>
            <a:r>
              <a:rPr lang="en-GB" sz="1600"/>
              <a:t>0.0</a:t>
            </a:r>
            <a:endParaRPr sz="1600"/>
          </a:p>
          <a:p>
            <a:pPr marL="0" lvl="0" indent="0" algn="l" rtl="0">
              <a:lnSpc>
                <a:spcPct val="135000"/>
              </a:lnSpc>
              <a:spcBef>
                <a:spcPts val="0"/>
              </a:spcBef>
              <a:spcAft>
                <a:spcPts val="0"/>
              </a:spcAft>
              <a:buNone/>
            </a:pPr>
            <a:r>
              <a:rPr lang="en-GB" sz="1600"/>
              <a:t>1.0</a:t>
            </a:r>
            <a:endParaRPr sz="1600"/>
          </a:p>
          <a:p>
            <a:pPr marL="0" lvl="0" indent="0" algn="l" rtl="0">
              <a:lnSpc>
                <a:spcPct val="135000"/>
              </a:lnSpc>
              <a:spcBef>
                <a:spcPts val="0"/>
              </a:spcBef>
              <a:spcAft>
                <a:spcPts val="0"/>
              </a:spcAft>
              <a:buNone/>
            </a:pPr>
            <a:endParaRPr sz="1600"/>
          </a:p>
          <a:p>
            <a:pPr marL="0" lvl="0" indent="0" algn="l" rtl="0">
              <a:lnSpc>
                <a:spcPct val="135000"/>
              </a:lnSpc>
              <a:spcBef>
                <a:spcPts val="0"/>
              </a:spcBef>
              <a:spcAft>
                <a:spcPts val="0"/>
              </a:spcAft>
              <a:buNone/>
            </a:pPr>
            <a:endParaRPr sz="1600"/>
          </a:p>
          <a:p>
            <a:pPr marL="0" lvl="0" indent="0" algn="l" rtl="0">
              <a:lnSpc>
                <a:spcPct val="135000"/>
              </a:lnSpc>
              <a:spcBef>
                <a:spcPts val="0"/>
              </a:spcBef>
              <a:spcAft>
                <a:spcPts val="0"/>
              </a:spcAft>
              <a:buNone/>
            </a:pPr>
            <a:r>
              <a:rPr lang="en-GB" sz="1600"/>
              <a:t>2.0</a:t>
            </a:r>
            <a:endParaRPr sz="1600"/>
          </a:p>
          <a:p>
            <a:pPr marL="0" lvl="0" indent="0" algn="l" rtl="0">
              <a:lnSpc>
                <a:spcPct val="135000"/>
              </a:lnSpc>
              <a:spcBef>
                <a:spcPts val="0"/>
              </a:spcBef>
              <a:spcAft>
                <a:spcPts val="0"/>
              </a:spcAft>
              <a:buNone/>
            </a:pPr>
            <a:r>
              <a:rPr lang="en-GB" sz="1600"/>
              <a:t>3.0</a:t>
            </a:r>
            <a:endParaRPr sz="1600"/>
          </a:p>
          <a:p>
            <a:pPr marL="0" lvl="0" indent="0" algn="l" rtl="0">
              <a:lnSpc>
                <a:spcPct val="135000"/>
              </a:lnSpc>
              <a:spcBef>
                <a:spcPts val="0"/>
              </a:spcBef>
              <a:spcAft>
                <a:spcPts val="0"/>
              </a:spcAft>
              <a:buNone/>
            </a:pPr>
            <a:r>
              <a:rPr lang="en-GB" sz="1600"/>
              <a:t>4.0</a:t>
            </a:r>
            <a:endParaRPr sz="1600"/>
          </a:p>
          <a:p>
            <a:pPr marL="0" lvl="0" indent="0" algn="l" rtl="0">
              <a:lnSpc>
                <a:spcPct val="135000"/>
              </a:lnSpc>
              <a:spcBef>
                <a:spcPts val="0"/>
              </a:spcBef>
              <a:spcAft>
                <a:spcPts val="0"/>
              </a:spcAft>
              <a:buNone/>
            </a:pPr>
            <a:r>
              <a:rPr lang="en-GB" sz="1600"/>
              <a:t>5.0</a:t>
            </a:r>
            <a:endParaRPr sz="1600"/>
          </a:p>
          <a:p>
            <a:pPr marL="0" lvl="0" indent="0" algn="l" rtl="0">
              <a:lnSpc>
                <a:spcPct val="135000"/>
              </a:lnSpc>
              <a:spcBef>
                <a:spcPts val="0"/>
              </a:spcBef>
              <a:spcAft>
                <a:spcPts val="0"/>
              </a:spcAft>
              <a:buNone/>
            </a:pPr>
            <a:r>
              <a:rPr lang="en-GB" sz="1600"/>
              <a:t>6.0</a:t>
            </a:r>
            <a:endParaRPr sz="1600"/>
          </a:p>
        </p:txBody>
      </p:sp>
      <p:sp>
        <p:nvSpPr>
          <p:cNvPr id="143" name="Google Shape;143;p19"/>
          <p:cNvSpPr txBox="1">
            <a:spLocks noGrp="1"/>
          </p:cNvSpPr>
          <p:nvPr>
            <p:ph type="subTitle" idx="1"/>
          </p:nvPr>
        </p:nvSpPr>
        <p:spPr>
          <a:xfrm>
            <a:off x="1995500" y="1080000"/>
            <a:ext cx="5161800" cy="3090900"/>
          </a:xfrm>
          <a:prstGeom prst="rect">
            <a:avLst/>
          </a:prstGeom>
        </p:spPr>
        <p:txBody>
          <a:bodyPr spcFirstLastPara="1" wrap="square" lIns="91425" tIns="91425" rIns="91425" bIns="91425" anchor="t" anchorCtr="0">
            <a:spAutoFit/>
          </a:bodyPr>
          <a:lstStyle/>
          <a:p>
            <a:pPr marL="0" lvl="0" indent="0" algn="l" rtl="0">
              <a:lnSpc>
                <a:spcPct val="135000"/>
              </a:lnSpc>
              <a:spcBef>
                <a:spcPts val="0"/>
              </a:spcBef>
              <a:spcAft>
                <a:spcPts val="0"/>
              </a:spcAft>
              <a:buNone/>
            </a:pPr>
            <a:r>
              <a:rPr lang="en-GB" sz="1600" b="0"/>
              <a:t>Introduction</a:t>
            </a:r>
            <a:endParaRPr sz="1600" b="0"/>
          </a:p>
          <a:p>
            <a:pPr marL="0" lvl="0" indent="0" algn="l" rtl="0">
              <a:lnSpc>
                <a:spcPct val="135000"/>
              </a:lnSpc>
              <a:spcBef>
                <a:spcPts val="0"/>
              </a:spcBef>
              <a:spcAft>
                <a:spcPts val="0"/>
              </a:spcAft>
              <a:buNone/>
            </a:pPr>
            <a:r>
              <a:rPr lang="en-GB" sz="1600" b="0"/>
              <a:t>Subject 1: Subtitle Subject 1</a:t>
            </a:r>
            <a:endParaRPr sz="1600" b="0"/>
          </a:p>
          <a:p>
            <a:pPr marL="0" lvl="0" indent="0" algn="l" rtl="0">
              <a:lnSpc>
                <a:spcPct val="135000"/>
              </a:lnSpc>
              <a:spcBef>
                <a:spcPts val="0"/>
              </a:spcBef>
              <a:spcAft>
                <a:spcPts val="0"/>
              </a:spcAft>
              <a:buNone/>
            </a:pPr>
            <a:r>
              <a:rPr lang="en-GB" sz="1600" b="0"/>
              <a:t>Subtitle Subject 1</a:t>
            </a:r>
            <a:endParaRPr sz="1600" b="0"/>
          </a:p>
          <a:p>
            <a:pPr marL="0" lvl="0" indent="0" algn="l" rtl="0">
              <a:lnSpc>
                <a:spcPct val="135000"/>
              </a:lnSpc>
              <a:spcBef>
                <a:spcPts val="0"/>
              </a:spcBef>
              <a:spcAft>
                <a:spcPts val="0"/>
              </a:spcAft>
              <a:buNone/>
            </a:pPr>
            <a:r>
              <a:rPr lang="en-GB" sz="1600" b="0"/>
              <a:t>Subtitle Subject 1</a:t>
            </a:r>
            <a:endParaRPr sz="1600" b="0"/>
          </a:p>
          <a:p>
            <a:pPr marL="0" lvl="0" indent="0" algn="l" rtl="0">
              <a:lnSpc>
                <a:spcPct val="135000"/>
              </a:lnSpc>
              <a:spcBef>
                <a:spcPts val="0"/>
              </a:spcBef>
              <a:spcAft>
                <a:spcPts val="0"/>
              </a:spcAft>
              <a:buNone/>
            </a:pPr>
            <a:r>
              <a:rPr lang="en-GB" sz="1600" b="0"/>
              <a:t>Subject 2: Subtitle Subject 2</a:t>
            </a:r>
            <a:endParaRPr sz="1600" b="0"/>
          </a:p>
          <a:p>
            <a:pPr marL="0" lvl="0" indent="0" algn="l" rtl="0">
              <a:lnSpc>
                <a:spcPct val="135000"/>
              </a:lnSpc>
              <a:spcBef>
                <a:spcPts val="0"/>
              </a:spcBef>
              <a:spcAft>
                <a:spcPts val="0"/>
              </a:spcAft>
              <a:buNone/>
            </a:pPr>
            <a:r>
              <a:rPr lang="en-GB" sz="1600" b="0"/>
              <a:t>Subject 3: Subtitle Subject 3</a:t>
            </a:r>
            <a:endParaRPr sz="1600" b="0"/>
          </a:p>
          <a:p>
            <a:pPr marL="0" lvl="0" indent="0" algn="l" rtl="0">
              <a:lnSpc>
                <a:spcPct val="135000"/>
              </a:lnSpc>
              <a:spcBef>
                <a:spcPts val="0"/>
              </a:spcBef>
              <a:spcAft>
                <a:spcPts val="0"/>
              </a:spcAft>
              <a:buNone/>
            </a:pPr>
            <a:r>
              <a:rPr lang="en-GB" sz="1600" b="0"/>
              <a:t>Subject 4: Subtitle Subject 4</a:t>
            </a:r>
            <a:endParaRPr sz="1600" b="0"/>
          </a:p>
          <a:p>
            <a:pPr marL="0" lvl="0" indent="0" algn="l" rtl="0">
              <a:lnSpc>
                <a:spcPct val="135000"/>
              </a:lnSpc>
              <a:spcBef>
                <a:spcPts val="0"/>
              </a:spcBef>
              <a:spcAft>
                <a:spcPts val="0"/>
              </a:spcAft>
              <a:buNone/>
            </a:pPr>
            <a:r>
              <a:rPr lang="en-GB" sz="1600" b="0"/>
              <a:t>Subject 5: Subtitle Subject 5</a:t>
            </a:r>
            <a:endParaRPr sz="1600" b="0"/>
          </a:p>
          <a:p>
            <a:pPr marL="0" lvl="0" indent="0" algn="l" rtl="0">
              <a:lnSpc>
                <a:spcPct val="135000"/>
              </a:lnSpc>
              <a:spcBef>
                <a:spcPts val="0"/>
              </a:spcBef>
              <a:spcAft>
                <a:spcPts val="0"/>
              </a:spcAft>
              <a:buClr>
                <a:schemeClr val="dk1"/>
              </a:buClr>
              <a:buSzPts val="1100"/>
              <a:buFont typeface="Arial"/>
              <a:buNone/>
            </a:pPr>
            <a:r>
              <a:rPr lang="en-GB" sz="1600" b="0"/>
              <a:t>Subject 6: Subtitle Subject 6</a:t>
            </a:r>
            <a:endParaRPr sz="1600" b="0"/>
          </a:p>
        </p:txBody>
      </p:sp>
      <p:sp>
        <p:nvSpPr>
          <p:cNvPr id="144" name="Google Shape;144;p19"/>
          <p:cNvSpPr txBox="1">
            <a:spLocks noGrp="1"/>
          </p:cNvSpPr>
          <p:nvPr>
            <p:ph type="subTitle" idx="1"/>
          </p:nvPr>
        </p:nvSpPr>
        <p:spPr>
          <a:xfrm>
            <a:off x="7504500" y="1080000"/>
            <a:ext cx="559500" cy="3090900"/>
          </a:xfrm>
          <a:prstGeom prst="rect">
            <a:avLst/>
          </a:prstGeom>
        </p:spPr>
        <p:txBody>
          <a:bodyPr spcFirstLastPara="1" wrap="square" lIns="91425" tIns="91425" rIns="91425" bIns="91425" anchor="t" anchorCtr="0">
            <a:spAutoFit/>
          </a:bodyPr>
          <a:lstStyle/>
          <a:p>
            <a:pPr marL="0" lvl="0" indent="0" algn="r" rtl="0">
              <a:lnSpc>
                <a:spcPct val="135000"/>
              </a:lnSpc>
              <a:spcBef>
                <a:spcPts val="0"/>
              </a:spcBef>
              <a:spcAft>
                <a:spcPts val="0"/>
              </a:spcAft>
              <a:buNone/>
            </a:pPr>
            <a:r>
              <a:rPr lang="en-GB" sz="1600" b="0"/>
              <a:t>00</a:t>
            </a:r>
            <a:endParaRPr sz="1600" b="0"/>
          </a:p>
          <a:p>
            <a:pPr marL="0" lvl="0" indent="0" algn="r" rtl="0">
              <a:lnSpc>
                <a:spcPct val="135000"/>
              </a:lnSpc>
              <a:spcBef>
                <a:spcPts val="0"/>
              </a:spcBef>
              <a:spcAft>
                <a:spcPts val="0"/>
              </a:spcAft>
              <a:buNone/>
            </a:pPr>
            <a:r>
              <a:rPr lang="en-GB" sz="1600" b="0"/>
              <a:t>00</a:t>
            </a:r>
            <a:endParaRPr sz="1600" b="0"/>
          </a:p>
          <a:p>
            <a:pPr marL="0" lvl="0" indent="0" algn="r" rtl="0">
              <a:lnSpc>
                <a:spcPct val="135000"/>
              </a:lnSpc>
              <a:spcBef>
                <a:spcPts val="0"/>
              </a:spcBef>
              <a:spcAft>
                <a:spcPts val="0"/>
              </a:spcAft>
              <a:buNone/>
            </a:pPr>
            <a:endParaRPr sz="1600" b="0"/>
          </a:p>
          <a:p>
            <a:pPr marL="0" lvl="0" indent="0" algn="r" rtl="0">
              <a:lnSpc>
                <a:spcPct val="135000"/>
              </a:lnSpc>
              <a:spcBef>
                <a:spcPts val="0"/>
              </a:spcBef>
              <a:spcAft>
                <a:spcPts val="0"/>
              </a:spcAft>
              <a:buNone/>
            </a:pPr>
            <a:endParaRPr sz="1600" b="0"/>
          </a:p>
          <a:p>
            <a:pPr marL="0" lvl="0" indent="0" algn="r" rtl="0">
              <a:lnSpc>
                <a:spcPct val="135000"/>
              </a:lnSpc>
              <a:spcBef>
                <a:spcPts val="0"/>
              </a:spcBef>
              <a:spcAft>
                <a:spcPts val="0"/>
              </a:spcAft>
              <a:buNone/>
            </a:pPr>
            <a:r>
              <a:rPr lang="en-GB" sz="1600" b="0"/>
              <a:t>00</a:t>
            </a:r>
            <a:endParaRPr sz="1600" b="0"/>
          </a:p>
          <a:p>
            <a:pPr marL="0" lvl="0" indent="0" algn="r" rtl="0">
              <a:lnSpc>
                <a:spcPct val="135000"/>
              </a:lnSpc>
              <a:spcBef>
                <a:spcPts val="0"/>
              </a:spcBef>
              <a:spcAft>
                <a:spcPts val="0"/>
              </a:spcAft>
              <a:buNone/>
            </a:pPr>
            <a:r>
              <a:rPr lang="en-GB" sz="1600" b="0"/>
              <a:t>00</a:t>
            </a:r>
            <a:endParaRPr sz="1600" b="0"/>
          </a:p>
          <a:p>
            <a:pPr marL="0" lvl="0" indent="0" algn="r" rtl="0">
              <a:lnSpc>
                <a:spcPct val="135000"/>
              </a:lnSpc>
              <a:spcBef>
                <a:spcPts val="0"/>
              </a:spcBef>
              <a:spcAft>
                <a:spcPts val="0"/>
              </a:spcAft>
              <a:buNone/>
            </a:pPr>
            <a:r>
              <a:rPr lang="en-GB" sz="1600" b="0"/>
              <a:t>00</a:t>
            </a:r>
            <a:endParaRPr sz="1600" b="0"/>
          </a:p>
          <a:p>
            <a:pPr marL="0" lvl="0" indent="0" algn="r" rtl="0">
              <a:lnSpc>
                <a:spcPct val="135000"/>
              </a:lnSpc>
              <a:spcBef>
                <a:spcPts val="0"/>
              </a:spcBef>
              <a:spcAft>
                <a:spcPts val="0"/>
              </a:spcAft>
              <a:buNone/>
            </a:pPr>
            <a:r>
              <a:rPr lang="en-GB" sz="1600" b="0"/>
              <a:t>00</a:t>
            </a:r>
            <a:endParaRPr sz="1600" b="0"/>
          </a:p>
          <a:p>
            <a:pPr marL="0" lvl="0" indent="0" algn="r" rtl="0">
              <a:lnSpc>
                <a:spcPct val="135000"/>
              </a:lnSpc>
              <a:spcBef>
                <a:spcPts val="0"/>
              </a:spcBef>
              <a:spcAft>
                <a:spcPts val="0"/>
              </a:spcAft>
              <a:buNone/>
            </a:pPr>
            <a:r>
              <a:rPr lang="en-GB" sz="1600" b="0"/>
              <a:t>00</a:t>
            </a:r>
            <a:endParaRPr sz="1600" b="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0"/>
          <p:cNvSpPr txBox="1">
            <a:spLocks noGrp="1"/>
          </p:cNvSpPr>
          <p:nvPr>
            <p:ph type="subTitle" idx="1"/>
          </p:nvPr>
        </p:nvSpPr>
        <p:spPr>
          <a:xfrm>
            <a:off x="1079995" y="168107"/>
            <a:ext cx="5010600" cy="5232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GB"/>
              <a:t>Subtitle Page 1</a:t>
            </a:r>
            <a:endParaRPr/>
          </a:p>
        </p:txBody>
      </p:sp>
      <p:sp>
        <p:nvSpPr>
          <p:cNvPr id="150" name="Google Shape;150;p20"/>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GB"/>
              <a:t>3</a:t>
            </a:fld>
            <a:endParaRPr>
              <a:latin typeface="Inter Light"/>
              <a:ea typeface="Inter Light"/>
              <a:cs typeface="Inter Light"/>
              <a:sym typeface="Inter Light"/>
            </a:endParaRPr>
          </a:p>
        </p:txBody>
      </p:sp>
      <p:sp>
        <p:nvSpPr>
          <p:cNvPr id="151" name="Google Shape;151;p20"/>
          <p:cNvSpPr txBox="1"/>
          <p:nvPr/>
        </p:nvSpPr>
        <p:spPr>
          <a:xfrm>
            <a:off x="177325" y="162999"/>
            <a:ext cx="708600" cy="5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200" b="1">
                <a:latin typeface="Helvetica Neue"/>
                <a:ea typeface="Helvetica Neue"/>
                <a:cs typeface="Helvetica Neue"/>
                <a:sym typeface="Helvetica Neue"/>
              </a:rPr>
              <a:t>0.0</a:t>
            </a:r>
            <a:endParaRPr sz="2200">
              <a:solidFill>
                <a:srgbClr val="000000"/>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1"/>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GB"/>
              <a:t>4</a:t>
            </a:fld>
            <a:endParaRPr>
              <a:latin typeface="Inter Light"/>
              <a:ea typeface="Inter Light"/>
              <a:cs typeface="Inter Light"/>
              <a:sym typeface="Inter Light"/>
            </a:endParaRPr>
          </a:p>
        </p:txBody>
      </p:sp>
      <p:sp>
        <p:nvSpPr>
          <p:cNvPr id="157" name="Google Shape;157;p21"/>
          <p:cNvSpPr txBox="1">
            <a:spLocks noGrp="1"/>
          </p:cNvSpPr>
          <p:nvPr>
            <p:ph type="subTitle" idx="1"/>
          </p:nvPr>
        </p:nvSpPr>
        <p:spPr>
          <a:xfrm>
            <a:off x="1079995" y="168107"/>
            <a:ext cx="5010600" cy="5232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GB"/>
              <a:t>Subtitle Page 2</a:t>
            </a:r>
            <a:endParaRPr/>
          </a:p>
        </p:txBody>
      </p:sp>
      <p:sp>
        <p:nvSpPr>
          <p:cNvPr id="158" name="Google Shape;158;p21"/>
          <p:cNvSpPr txBox="1">
            <a:spLocks noGrp="1"/>
          </p:cNvSpPr>
          <p:nvPr>
            <p:ph type="sldNum" idx="2"/>
          </p:nvPr>
        </p:nvSpPr>
        <p:spPr>
          <a:xfrm>
            <a:off x="8113758" y="4740600"/>
            <a:ext cx="852900" cy="2769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GB"/>
              <a:t>4</a:t>
            </a:fld>
            <a:endParaRPr>
              <a:latin typeface="Inter Light"/>
              <a:ea typeface="Inter Light"/>
              <a:cs typeface="Inter Light"/>
              <a:sym typeface="Inter Light"/>
            </a:endParaRPr>
          </a:p>
        </p:txBody>
      </p:sp>
      <p:sp>
        <p:nvSpPr>
          <p:cNvPr id="159" name="Google Shape;159;p21"/>
          <p:cNvSpPr txBox="1"/>
          <p:nvPr/>
        </p:nvSpPr>
        <p:spPr>
          <a:xfrm>
            <a:off x="177325" y="162999"/>
            <a:ext cx="708600" cy="5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200" b="1">
                <a:solidFill>
                  <a:srgbClr val="9D5330"/>
                </a:solidFill>
                <a:latin typeface="Helvetica Neue"/>
                <a:ea typeface="Helvetica Neue"/>
                <a:cs typeface="Helvetica Neue"/>
                <a:sym typeface="Helvetica Neue"/>
              </a:rPr>
              <a:t>0.0</a:t>
            </a:r>
            <a:endParaRPr sz="2200">
              <a:solidFill>
                <a:srgbClr val="9D5330"/>
              </a:solidFill>
              <a:latin typeface="Helvetica Neue"/>
              <a:ea typeface="Helvetica Neue"/>
              <a:cs typeface="Helvetica Neue"/>
              <a:sym typeface="Helvetica Neue"/>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2"/>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GB"/>
              <a:t>5</a:t>
            </a:fld>
            <a:endParaRPr>
              <a:latin typeface="Inter Light"/>
              <a:ea typeface="Inter Light"/>
              <a:cs typeface="Inter Light"/>
              <a:sym typeface="Inter Light"/>
            </a:endParaRPr>
          </a:p>
        </p:txBody>
      </p:sp>
      <p:sp>
        <p:nvSpPr>
          <p:cNvPr id="165" name="Google Shape;165;p22"/>
          <p:cNvSpPr txBox="1">
            <a:spLocks noGrp="1"/>
          </p:cNvSpPr>
          <p:nvPr>
            <p:ph type="subTitle" idx="1"/>
          </p:nvPr>
        </p:nvSpPr>
        <p:spPr>
          <a:xfrm>
            <a:off x="1079995" y="168107"/>
            <a:ext cx="5010600" cy="5232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GB"/>
              <a:t>Text Page</a:t>
            </a:r>
            <a:endParaRPr/>
          </a:p>
        </p:txBody>
      </p:sp>
      <p:sp>
        <p:nvSpPr>
          <p:cNvPr id="166" name="Google Shape;166;p22"/>
          <p:cNvSpPr txBox="1">
            <a:spLocks noGrp="1"/>
          </p:cNvSpPr>
          <p:nvPr>
            <p:ph type="subTitle" idx="2"/>
          </p:nvPr>
        </p:nvSpPr>
        <p:spPr>
          <a:xfrm>
            <a:off x="1075775" y="1080000"/>
            <a:ext cx="2231400" cy="30600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None/>
            </a:pPr>
            <a:r>
              <a:rPr lang="en-GB" sz="1000"/>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sz="1050">
              <a:highlight>
                <a:srgbClr val="FFFFFF"/>
              </a:highlight>
              <a:latin typeface="Arial"/>
              <a:ea typeface="Arial"/>
              <a:cs typeface="Arial"/>
              <a:sym typeface="Arial"/>
            </a:endParaRPr>
          </a:p>
        </p:txBody>
      </p:sp>
      <p:sp>
        <p:nvSpPr>
          <p:cNvPr id="167" name="Google Shape;167;p22"/>
          <p:cNvSpPr>
            <a:spLocks noGrp="1"/>
          </p:cNvSpPr>
          <p:nvPr>
            <p:ph type="pic" idx="3"/>
          </p:nvPr>
        </p:nvSpPr>
        <p:spPr>
          <a:xfrm>
            <a:off x="3459000" y="1080000"/>
            <a:ext cx="4605000" cy="3060000"/>
          </a:xfrm>
          <a:prstGeom prst="rect">
            <a:avLst/>
          </a:prstGeom>
        </p:spPr>
        <p:txBody>
          <a:bodyPr/>
          <a:lstStyle/>
          <a:p>
            <a:endParaRPr lang="ja-JP" altLang="en-US"/>
          </a:p>
        </p:txBody>
      </p:sp>
      <p:sp>
        <p:nvSpPr>
          <p:cNvPr id="168" name="Google Shape;168;p22"/>
          <p:cNvSpPr txBox="1"/>
          <p:nvPr/>
        </p:nvSpPr>
        <p:spPr>
          <a:xfrm>
            <a:off x="177325" y="162999"/>
            <a:ext cx="708600" cy="5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200" b="1" dirty="0">
                <a:latin typeface="Helvetica Neue"/>
                <a:ea typeface="Helvetica Neue"/>
                <a:cs typeface="Helvetica Neue"/>
                <a:sym typeface="Helvetica Neue"/>
              </a:rPr>
              <a:t>0.0</a:t>
            </a:r>
            <a:endParaRPr sz="2200" dirty="0">
              <a:solidFill>
                <a:srgbClr val="000000"/>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3"/>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GB"/>
              <a:t>6</a:t>
            </a:fld>
            <a:endParaRPr>
              <a:latin typeface="Inter Light"/>
              <a:ea typeface="Inter Light"/>
              <a:cs typeface="Inter Light"/>
              <a:sym typeface="Inter Light"/>
            </a:endParaRPr>
          </a:p>
        </p:txBody>
      </p:sp>
      <p:sp>
        <p:nvSpPr>
          <p:cNvPr id="174" name="Google Shape;174;p23"/>
          <p:cNvSpPr>
            <a:spLocks noGrp="1"/>
          </p:cNvSpPr>
          <p:nvPr>
            <p:ph type="pic" idx="2"/>
          </p:nvPr>
        </p:nvSpPr>
        <p:spPr>
          <a:xfrm>
            <a:off x="1077850" y="1080000"/>
            <a:ext cx="3455400" cy="2702100"/>
          </a:xfrm>
          <a:prstGeom prst="rect">
            <a:avLst/>
          </a:prstGeom>
        </p:spPr>
        <p:txBody>
          <a:bodyPr/>
          <a:lstStyle/>
          <a:p>
            <a:endParaRPr lang="ja-JP" altLang="en-US"/>
          </a:p>
        </p:txBody>
      </p:sp>
      <p:sp>
        <p:nvSpPr>
          <p:cNvPr id="175" name="Google Shape;175;p23"/>
          <p:cNvSpPr txBox="1">
            <a:spLocks noGrp="1"/>
          </p:cNvSpPr>
          <p:nvPr>
            <p:ph type="subTitle" idx="3"/>
          </p:nvPr>
        </p:nvSpPr>
        <p:spPr>
          <a:xfrm>
            <a:off x="3456300" y="3832200"/>
            <a:ext cx="2231400" cy="3078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en-GB"/>
              <a:t>Subtitle</a:t>
            </a:r>
            <a:endParaRPr/>
          </a:p>
        </p:txBody>
      </p:sp>
      <p:sp>
        <p:nvSpPr>
          <p:cNvPr id="176" name="Google Shape;176;p23"/>
          <p:cNvSpPr>
            <a:spLocks noGrp="1"/>
          </p:cNvSpPr>
          <p:nvPr>
            <p:ph type="pic" idx="4"/>
          </p:nvPr>
        </p:nvSpPr>
        <p:spPr>
          <a:xfrm>
            <a:off x="4608600" y="1080000"/>
            <a:ext cx="3455400" cy="2702100"/>
          </a:xfrm>
          <a:prstGeom prst="rect">
            <a:avLst/>
          </a:prstGeom>
        </p:spPr>
        <p:txBody>
          <a:bodyPr/>
          <a:lstStyle/>
          <a:p>
            <a:endParaRPr lang="ja-JP" altLang="en-US"/>
          </a:p>
        </p:txBody>
      </p:sp>
      <p:sp>
        <p:nvSpPr>
          <p:cNvPr id="177" name="Google Shape;177;p23"/>
          <p:cNvSpPr txBox="1">
            <a:spLocks noGrp="1"/>
          </p:cNvSpPr>
          <p:nvPr>
            <p:ph type="subTitle" idx="1"/>
          </p:nvPr>
        </p:nvSpPr>
        <p:spPr>
          <a:xfrm>
            <a:off x="1079995" y="168107"/>
            <a:ext cx="5010600" cy="5232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GB"/>
              <a:t>Image Page</a:t>
            </a:r>
            <a:endParaRPr/>
          </a:p>
        </p:txBody>
      </p:sp>
      <p:sp>
        <p:nvSpPr>
          <p:cNvPr id="178" name="Google Shape;178;p23"/>
          <p:cNvSpPr txBox="1"/>
          <p:nvPr/>
        </p:nvSpPr>
        <p:spPr>
          <a:xfrm>
            <a:off x="177325" y="162999"/>
            <a:ext cx="708600" cy="5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200" b="1">
                <a:latin typeface="Helvetica Neue"/>
                <a:ea typeface="Helvetica Neue"/>
                <a:cs typeface="Helvetica Neue"/>
                <a:sym typeface="Helvetica Neue"/>
              </a:rPr>
              <a:t>0.0</a:t>
            </a:r>
            <a:endParaRPr sz="2200">
              <a:solidFill>
                <a:srgbClr val="000000"/>
              </a:solidFill>
              <a:latin typeface="Helvetica Neue"/>
              <a:ea typeface="Helvetica Neue"/>
              <a:cs typeface="Helvetica Neue"/>
              <a:sym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4"/>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GB"/>
              <a:t>7</a:t>
            </a:fld>
            <a:endParaRPr>
              <a:latin typeface="Inter Light"/>
              <a:ea typeface="Inter Light"/>
              <a:cs typeface="Inter Light"/>
              <a:sym typeface="Inter Light"/>
            </a:endParaRPr>
          </a:p>
        </p:txBody>
      </p:sp>
      <p:sp>
        <p:nvSpPr>
          <p:cNvPr id="184" name="Google Shape;184;p24"/>
          <p:cNvSpPr txBox="1">
            <a:spLocks noGrp="1"/>
          </p:cNvSpPr>
          <p:nvPr>
            <p:ph type="subTitle" idx="1"/>
          </p:nvPr>
        </p:nvSpPr>
        <p:spPr>
          <a:xfrm>
            <a:off x="1081220" y="168107"/>
            <a:ext cx="5010600" cy="5232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GB"/>
              <a:t>Table Page</a:t>
            </a:r>
            <a:endParaRPr/>
          </a:p>
        </p:txBody>
      </p:sp>
      <p:sp>
        <p:nvSpPr>
          <p:cNvPr id="185" name="Google Shape;185;p24"/>
          <p:cNvSpPr txBox="1">
            <a:spLocks noGrp="1"/>
          </p:cNvSpPr>
          <p:nvPr>
            <p:ph type="title"/>
          </p:nvPr>
        </p:nvSpPr>
        <p:spPr>
          <a:xfrm>
            <a:off x="1080000" y="1073000"/>
            <a:ext cx="6984000" cy="3387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GB"/>
              <a:t>Subtitle</a:t>
            </a:r>
            <a:endParaRPr/>
          </a:p>
        </p:txBody>
      </p:sp>
      <p:sp>
        <p:nvSpPr>
          <p:cNvPr id="186" name="Google Shape;186;p24"/>
          <p:cNvSpPr txBox="1">
            <a:spLocks noGrp="1"/>
          </p:cNvSpPr>
          <p:nvPr>
            <p:ph type="title" idx="2"/>
          </p:nvPr>
        </p:nvSpPr>
        <p:spPr>
          <a:xfrm>
            <a:off x="1080000" y="1599388"/>
            <a:ext cx="2223600" cy="6156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GB"/>
              <a:t>Click to add Subtitle here</a:t>
            </a:r>
            <a:endParaRPr/>
          </a:p>
        </p:txBody>
      </p:sp>
      <p:sp>
        <p:nvSpPr>
          <p:cNvPr id="187" name="Google Shape;187;p24"/>
          <p:cNvSpPr txBox="1">
            <a:spLocks noGrp="1"/>
          </p:cNvSpPr>
          <p:nvPr>
            <p:ph type="title" idx="3"/>
          </p:nvPr>
        </p:nvSpPr>
        <p:spPr>
          <a:xfrm>
            <a:off x="3460200" y="1599388"/>
            <a:ext cx="2223600" cy="6156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GB"/>
              <a:t>Click to add Subtitle here</a:t>
            </a:r>
            <a:endParaRPr/>
          </a:p>
        </p:txBody>
      </p:sp>
      <p:sp>
        <p:nvSpPr>
          <p:cNvPr id="188" name="Google Shape;188;p24"/>
          <p:cNvSpPr txBox="1">
            <a:spLocks noGrp="1"/>
          </p:cNvSpPr>
          <p:nvPr>
            <p:ph type="title" idx="4"/>
          </p:nvPr>
        </p:nvSpPr>
        <p:spPr>
          <a:xfrm>
            <a:off x="5840400" y="1599388"/>
            <a:ext cx="2223600" cy="6156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GB"/>
              <a:t>Click to add Subtitle here</a:t>
            </a:r>
            <a:endParaRPr/>
          </a:p>
        </p:txBody>
      </p:sp>
      <p:sp>
        <p:nvSpPr>
          <p:cNvPr id="189" name="Google Shape;189;p24"/>
          <p:cNvSpPr>
            <a:spLocks noGrp="1"/>
          </p:cNvSpPr>
          <p:nvPr>
            <p:ph type="pic" idx="5"/>
          </p:nvPr>
        </p:nvSpPr>
        <p:spPr>
          <a:xfrm>
            <a:off x="1081225" y="2214988"/>
            <a:ext cx="2223600" cy="1235700"/>
          </a:xfrm>
          <a:prstGeom prst="rect">
            <a:avLst/>
          </a:prstGeom>
        </p:spPr>
        <p:txBody>
          <a:bodyPr/>
          <a:lstStyle/>
          <a:p>
            <a:endParaRPr lang="ja-JP" altLang="en-US"/>
          </a:p>
        </p:txBody>
      </p:sp>
      <p:sp>
        <p:nvSpPr>
          <p:cNvPr id="190" name="Google Shape;190;p24"/>
          <p:cNvSpPr>
            <a:spLocks noGrp="1"/>
          </p:cNvSpPr>
          <p:nvPr>
            <p:ph type="pic" idx="6"/>
          </p:nvPr>
        </p:nvSpPr>
        <p:spPr>
          <a:xfrm>
            <a:off x="3460200" y="2214988"/>
            <a:ext cx="2223600" cy="1235700"/>
          </a:xfrm>
          <a:prstGeom prst="rect">
            <a:avLst/>
          </a:prstGeom>
        </p:spPr>
        <p:txBody>
          <a:bodyPr/>
          <a:lstStyle/>
          <a:p>
            <a:endParaRPr lang="ja-JP" altLang="en-US"/>
          </a:p>
        </p:txBody>
      </p:sp>
      <p:sp>
        <p:nvSpPr>
          <p:cNvPr id="191" name="Google Shape;191;p24"/>
          <p:cNvSpPr>
            <a:spLocks noGrp="1"/>
          </p:cNvSpPr>
          <p:nvPr>
            <p:ph type="pic" idx="7"/>
          </p:nvPr>
        </p:nvSpPr>
        <p:spPr>
          <a:xfrm>
            <a:off x="5839175" y="2214988"/>
            <a:ext cx="2223600" cy="1235700"/>
          </a:xfrm>
          <a:prstGeom prst="rect">
            <a:avLst/>
          </a:prstGeom>
        </p:spPr>
        <p:txBody>
          <a:bodyPr/>
          <a:lstStyle/>
          <a:p>
            <a:endParaRPr lang="ja-JP" altLang="en-US"/>
          </a:p>
        </p:txBody>
      </p:sp>
      <p:sp>
        <p:nvSpPr>
          <p:cNvPr id="192" name="Google Shape;192;p24"/>
          <p:cNvSpPr txBox="1">
            <a:spLocks noGrp="1"/>
          </p:cNvSpPr>
          <p:nvPr>
            <p:ph type="title" idx="8"/>
          </p:nvPr>
        </p:nvSpPr>
        <p:spPr>
          <a:xfrm>
            <a:off x="1080000" y="3638375"/>
            <a:ext cx="2223600" cy="3078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GB"/>
              <a:t>Click to add Body Text</a:t>
            </a:r>
            <a:endParaRPr/>
          </a:p>
        </p:txBody>
      </p:sp>
      <p:sp>
        <p:nvSpPr>
          <p:cNvPr id="193" name="Google Shape;193;p24"/>
          <p:cNvSpPr txBox="1">
            <a:spLocks noGrp="1"/>
          </p:cNvSpPr>
          <p:nvPr>
            <p:ph type="title" idx="9"/>
          </p:nvPr>
        </p:nvSpPr>
        <p:spPr>
          <a:xfrm>
            <a:off x="3460200" y="3638375"/>
            <a:ext cx="2223600" cy="3078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GB"/>
              <a:t>Click to add Body Text</a:t>
            </a:r>
            <a:endParaRPr/>
          </a:p>
        </p:txBody>
      </p:sp>
      <p:sp>
        <p:nvSpPr>
          <p:cNvPr id="194" name="Google Shape;194;p24"/>
          <p:cNvSpPr txBox="1">
            <a:spLocks noGrp="1"/>
          </p:cNvSpPr>
          <p:nvPr>
            <p:ph type="title" idx="13"/>
          </p:nvPr>
        </p:nvSpPr>
        <p:spPr>
          <a:xfrm>
            <a:off x="5840400" y="3638375"/>
            <a:ext cx="2223600" cy="3078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GB"/>
              <a:t>Click to add Body Text</a:t>
            </a:r>
            <a:endParaRPr/>
          </a:p>
        </p:txBody>
      </p:sp>
      <p:sp>
        <p:nvSpPr>
          <p:cNvPr id="195" name="Google Shape;195;p24"/>
          <p:cNvSpPr txBox="1"/>
          <p:nvPr/>
        </p:nvSpPr>
        <p:spPr>
          <a:xfrm>
            <a:off x="177325" y="162999"/>
            <a:ext cx="708600" cy="5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200" b="1">
                <a:latin typeface="Helvetica Neue"/>
                <a:ea typeface="Helvetica Neue"/>
                <a:cs typeface="Helvetica Neue"/>
                <a:sym typeface="Helvetica Neue"/>
              </a:rPr>
              <a:t>0.0</a:t>
            </a:r>
            <a:endParaRPr sz="2200">
              <a:solidFill>
                <a:srgbClr val="000000"/>
              </a:solidFill>
              <a:latin typeface="Helvetica Neue"/>
              <a:ea typeface="Helvetica Neue"/>
              <a:cs typeface="Helvetica Neue"/>
              <a:sym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5"/>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GB"/>
              <a:t>8</a:t>
            </a:fld>
            <a:endParaRPr>
              <a:latin typeface="Inter Light"/>
              <a:ea typeface="Inter Light"/>
              <a:cs typeface="Inter Light"/>
              <a:sym typeface="Inter Light"/>
            </a:endParaRPr>
          </a:p>
        </p:txBody>
      </p:sp>
      <p:sp>
        <p:nvSpPr>
          <p:cNvPr id="201" name="Google Shape;201;p25"/>
          <p:cNvSpPr txBox="1">
            <a:spLocks noGrp="1"/>
          </p:cNvSpPr>
          <p:nvPr>
            <p:ph type="sldNum" idx="2"/>
          </p:nvPr>
        </p:nvSpPr>
        <p:spPr>
          <a:xfrm>
            <a:off x="8113758" y="4740600"/>
            <a:ext cx="852900" cy="2769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GB"/>
              <a:t>8</a:t>
            </a:fld>
            <a:endParaRPr>
              <a:latin typeface="Inter Light"/>
              <a:ea typeface="Inter Light"/>
              <a:cs typeface="Inter Light"/>
              <a:sym typeface="Inter Light"/>
            </a:endParaRPr>
          </a:p>
        </p:txBody>
      </p:sp>
      <p:sp>
        <p:nvSpPr>
          <p:cNvPr id="202" name="Google Shape;202;p25"/>
          <p:cNvSpPr txBox="1">
            <a:spLocks noGrp="1"/>
          </p:cNvSpPr>
          <p:nvPr>
            <p:ph type="subTitle" idx="1"/>
          </p:nvPr>
        </p:nvSpPr>
        <p:spPr>
          <a:xfrm>
            <a:off x="1080000" y="1724600"/>
            <a:ext cx="6984000" cy="1200600"/>
          </a:xfrm>
          <a:prstGeom prst="rect">
            <a:avLst/>
          </a:prstGeom>
        </p:spPr>
        <p:txBody>
          <a:bodyPr spcFirstLastPara="1" wrap="square" lIns="91425" tIns="91425" rIns="91425" bIns="91425" anchor="t" anchorCtr="0">
            <a:spAutoFit/>
          </a:bodyPr>
          <a:lstStyle/>
          <a:p>
            <a:pPr marL="0" marR="0" lvl="0" indent="0" algn="ctr" rtl="0">
              <a:lnSpc>
                <a:spcPct val="100000"/>
              </a:lnSpc>
              <a:spcBef>
                <a:spcPts val="0"/>
              </a:spcBef>
              <a:spcAft>
                <a:spcPts val="0"/>
              </a:spcAft>
              <a:buNone/>
            </a:pPr>
            <a:r>
              <a:rPr lang="en-GB"/>
              <a:t>"Lorem ipsum dolor sit amet, consectetur adipiscing elit, sed do eiusmod tempor incididunt ut labore et dolore magna aliqua.” </a:t>
            </a:r>
            <a:endParaRPr/>
          </a:p>
        </p:txBody>
      </p:sp>
      <p:sp>
        <p:nvSpPr>
          <p:cNvPr id="203" name="Google Shape;203;p25"/>
          <p:cNvSpPr txBox="1">
            <a:spLocks noGrp="1"/>
          </p:cNvSpPr>
          <p:nvPr>
            <p:ph type="title"/>
          </p:nvPr>
        </p:nvSpPr>
        <p:spPr>
          <a:xfrm>
            <a:off x="1080000" y="1398800"/>
            <a:ext cx="6984000" cy="3387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GB"/>
              <a:t>Click to add Quote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GB"/>
              <a:t>9</a:t>
            </a:fld>
            <a:endParaRPr>
              <a:latin typeface="Inter Light"/>
              <a:ea typeface="Inter Light"/>
              <a:cs typeface="Inter Light"/>
              <a:sym typeface="Inter Light"/>
            </a:endParaRPr>
          </a:p>
        </p:txBody>
      </p:sp>
      <p:sp>
        <p:nvSpPr>
          <p:cNvPr id="209" name="Google Shape;209;p26"/>
          <p:cNvSpPr txBox="1">
            <a:spLocks noGrp="1"/>
          </p:cNvSpPr>
          <p:nvPr>
            <p:ph type="subTitle" idx="1"/>
          </p:nvPr>
        </p:nvSpPr>
        <p:spPr>
          <a:xfrm>
            <a:off x="1079995" y="168107"/>
            <a:ext cx="5010600" cy="523200"/>
          </a:xfrm>
          <a:prstGeom prst="rect">
            <a:avLst/>
          </a:prstGeom>
        </p:spPr>
        <p:txBody>
          <a:bodyPr spcFirstLastPara="1" wrap="square" lIns="91425" tIns="91425" rIns="91425" bIns="91425" anchor="t" anchorCtr="0">
            <a:spAutoFit/>
          </a:bodyPr>
          <a:lstStyle/>
          <a:p>
            <a:pPr marL="0" lvl="0" indent="0" algn="l" rtl="0">
              <a:spcBef>
                <a:spcPts val="0"/>
              </a:spcBef>
              <a:spcAft>
                <a:spcPts val="0"/>
              </a:spcAft>
              <a:buNone/>
            </a:pPr>
            <a:r>
              <a:rPr lang="en-GB"/>
              <a:t>Colour Palette</a:t>
            </a:r>
            <a:endParaRPr/>
          </a:p>
        </p:txBody>
      </p:sp>
      <p:sp>
        <p:nvSpPr>
          <p:cNvPr id="210" name="Google Shape;210;p26"/>
          <p:cNvSpPr txBox="1"/>
          <p:nvPr/>
        </p:nvSpPr>
        <p:spPr>
          <a:xfrm>
            <a:off x="177325" y="162999"/>
            <a:ext cx="708600" cy="523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200" b="1">
                <a:latin typeface="Helvetica Neue"/>
                <a:ea typeface="Helvetica Neue"/>
                <a:cs typeface="Helvetica Neue"/>
                <a:sym typeface="Helvetica Neue"/>
              </a:rPr>
              <a:t>0.0</a:t>
            </a:r>
            <a:endParaRPr sz="2200">
              <a:solidFill>
                <a:srgbClr val="000000"/>
              </a:solidFill>
              <a:latin typeface="Helvetica Neue"/>
              <a:ea typeface="Helvetica Neue"/>
              <a:cs typeface="Helvetica Neue"/>
              <a:sym typeface="Helvetica Neue"/>
            </a:endParaRPr>
          </a:p>
        </p:txBody>
      </p:sp>
      <p:sp>
        <p:nvSpPr>
          <p:cNvPr id="211" name="Google Shape;211;p26"/>
          <p:cNvSpPr/>
          <p:nvPr/>
        </p:nvSpPr>
        <p:spPr>
          <a:xfrm>
            <a:off x="1080000" y="1080000"/>
            <a:ext cx="2231400" cy="3060000"/>
          </a:xfrm>
          <a:prstGeom prst="rect">
            <a:avLst/>
          </a:prstGeom>
          <a:solidFill>
            <a:srgbClr val="DA121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sp>
        <p:nvSpPr>
          <p:cNvPr id="212" name="Google Shape;212;p26"/>
          <p:cNvSpPr/>
          <p:nvPr/>
        </p:nvSpPr>
        <p:spPr>
          <a:xfrm>
            <a:off x="3456300" y="1080000"/>
            <a:ext cx="2231400" cy="10200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sp>
        <p:nvSpPr>
          <p:cNvPr id="213" name="Google Shape;213;p26"/>
          <p:cNvSpPr/>
          <p:nvPr/>
        </p:nvSpPr>
        <p:spPr>
          <a:xfrm>
            <a:off x="3456300" y="2100000"/>
            <a:ext cx="2231400" cy="1020000"/>
          </a:xfrm>
          <a:prstGeom prst="rect">
            <a:avLst/>
          </a:prstGeom>
          <a:solidFill>
            <a:srgbClr val="9D533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sp>
        <p:nvSpPr>
          <p:cNvPr id="214" name="Google Shape;214;p26"/>
          <p:cNvSpPr/>
          <p:nvPr/>
        </p:nvSpPr>
        <p:spPr>
          <a:xfrm>
            <a:off x="3456300" y="3120000"/>
            <a:ext cx="2231400" cy="1020000"/>
          </a:xfrm>
          <a:prstGeom prst="rect">
            <a:avLst/>
          </a:prstGeom>
          <a:solidFill>
            <a:srgbClr val="D2D2D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sp>
        <p:nvSpPr>
          <p:cNvPr id="215" name="Google Shape;215;p26"/>
          <p:cNvSpPr/>
          <p:nvPr/>
        </p:nvSpPr>
        <p:spPr>
          <a:xfrm>
            <a:off x="5832600" y="1080000"/>
            <a:ext cx="2231400" cy="1020000"/>
          </a:xfrm>
          <a:prstGeom prst="rect">
            <a:avLst/>
          </a:prstGeom>
          <a:solidFill>
            <a:srgbClr val="40202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sp>
        <p:nvSpPr>
          <p:cNvPr id="216" name="Google Shape;216;p26"/>
          <p:cNvSpPr/>
          <p:nvPr/>
        </p:nvSpPr>
        <p:spPr>
          <a:xfrm>
            <a:off x="5832600" y="2100000"/>
            <a:ext cx="2231400" cy="1020000"/>
          </a:xfrm>
          <a:prstGeom prst="rect">
            <a:avLst/>
          </a:prstGeom>
          <a:solidFill>
            <a:srgbClr val="B7AC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sp>
        <p:nvSpPr>
          <p:cNvPr id="217" name="Google Shape;217;p26"/>
          <p:cNvSpPr/>
          <p:nvPr/>
        </p:nvSpPr>
        <p:spPr>
          <a:xfrm>
            <a:off x="5832600" y="3120000"/>
            <a:ext cx="2231400" cy="1020000"/>
          </a:xfrm>
          <a:prstGeom prst="rect">
            <a:avLst/>
          </a:prstGeom>
          <a:solidFill>
            <a:srgbClr val="FBF59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sp>
        <p:nvSpPr>
          <p:cNvPr id="218" name="Google Shape;218;p26"/>
          <p:cNvSpPr txBox="1"/>
          <p:nvPr/>
        </p:nvSpPr>
        <p:spPr>
          <a:xfrm>
            <a:off x="1080000" y="1080003"/>
            <a:ext cx="2231400" cy="465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n-GB" sz="850">
                <a:solidFill>
                  <a:srgbClr val="FFFFFF"/>
                </a:solidFill>
                <a:latin typeface="Helvetica Neue"/>
                <a:ea typeface="Helvetica Neue"/>
                <a:cs typeface="Helvetica Neue"/>
                <a:sym typeface="Helvetica Neue"/>
              </a:rPr>
              <a:t>Red (PANTONE 199 C)</a:t>
            </a:r>
            <a:endParaRPr sz="850">
              <a:solidFill>
                <a:srgbClr val="FFFFFF"/>
              </a:solidFill>
              <a:latin typeface="Helvetica Neue"/>
              <a:ea typeface="Helvetica Neue"/>
              <a:cs typeface="Helvetica Neue"/>
              <a:sym typeface="Helvetica Neue"/>
            </a:endParaRPr>
          </a:p>
          <a:p>
            <a:pPr marL="0" lvl="0" indent="0" algn="l" rtl="0">
              <a:lnSpc>
                <a:spcPct val="115000"/>
              </a:lnSpc>
              <a:spcBef>
                <a:spcPts val="0"/>
              </a:spcBef>
              <a:spcAft>
                <a:spcPts val="0"/>
              </a:spcAft>
              <a:buNone/>
            </a:pPr>
            <a:r>
              <a:rPr lang="en-GB" sz="850">
                <a:solidFill>
                  <a:srgbClr val="FFFFFF"/>
                </a:solidFill>
                <a:latin typeface="Helvetica Neue"/>
                <a:ea typeface="Helvetica Neue"/>
                <a:cs typeface="Helvetica Neue"/>
                <a:sym typeface="Helvetica Neue"/>
              </a:rPr>
              <a:t>RGB: 218, 18, 18</a:t>
            </a:r>
            <a:endParaRPr sz="600">
              <a:solidFill>
                <a:schemeClr val="dk1"/>
              </a:solidFill>
              <a:latin typeface="Helvetica Neue Light"/>
              <a:ea typeface="Helvetica Neue Light"/>
              <a:cs typeface="Helvetica Neue Light"/>
              <a:sym typeface="Helvetica Neue Light"/>
            </a:endParaRPr>
          </a:p>
        </p:txBody>
      </p:sp>
      <p:sp>
        <p:nvSpPr>
          <p:cNvPr id="219" name="Google Shape;219;p26"/>
          <p:cNvSpPr txBox="1"/>
          <p:nvPr/>
        </p:nvSpPr>
        <p:spPr>
          <a:xfrm>
            <a:off x="3456300" y="1080003"/>
            <a:ext cx="2231400" cy="315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850">
                <a:solidFill>
                  <a:srgbClr val="FFFFFF"/>
                </a:solidFill>
                <a:latin typeface="Helvetica Neue"/>
                <a:ea typeface="Helvetica Neue"/>
                <a:cs typeface="Helvetica Neue"/>
                <a:sym typeface="Helvetica Neue"/>
              </a:rPr>
              <a:t>Black</a:t>
            </a:r>
            <a:endParaRPr sz="600">
              <a:solidFill>
                <a:schemeClr val="dk1"/>
              </a:solidFill>
              <a:latin typeface="Helvetica Neue Light"/>
              <a:ea typeface="Helvetica Neue Light"/>
              <a:cs typeface="Helvetica Neue Light"/>
              <a:sym typeface="Helvetica Neue Light"/>
            </a:endParaRPr>
          </a:p>
        </p:txBody>
      </p:sp>
      <p:sp>
        <p:nvSpPr>
          <p:cNvPr id="220" name="Google Shape;220;p26"/>
          <p:cNvSpPr txBox="1"/>
          <p:nvPr/>
        </p:nvSpPr>
        <p:spPr>
          <a:xfrm>
            <a:off x="3456300" y="2100003"/>
            <a:ext cx="2231400" cy="465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850">
                <a:solidFill>
                  <a:srgbClr val="FFFFFF"/>
                </a:solidFill>
                <a:latin typeface="Helvetica Neue"/>
                <a:ea typeface="Helvetica Neue"/>
                <a:cs typeface="Helvetica Neue"/>
                <a:sym typeface="Helvetica Neue"/>
              </a:rPr>
              <a:t>Camel (PANTONE 7586 C)</a:t>
            </a:r>
            <a:endParaRPr sz="850">
              <a:solidFill>
                <a:srgbClr val="FFFFFF"/>
              </a:solidFill>
              <a:latin typeface="Helvetica Neue"/>
              <a:ea typeface="Helvetica Neue"/>
              <a:cs typeface="Helvetica Neue"/>
              <a:sym typeface="Helvetica Neue"/>
            </a:endParaRPr>
          </a:p>
          <a:p>
            <a:pPr marL="0" lvl="0" indent="0" algn="l" rtl="0">
              <a:lnSpc>
                <a:spcPct val="115000"/>
              </a:lnSpc>
              <a:spcBef>
                <a:spcPts val="0"/>
              </a:spcBef>
              <a:spcAft>
                <a:spcPts val="0"/>
              </a:spcAft>
              <a:buNone/>
            </a:pPr>
            <a:r>
              <a:rPr lang="en-GB" sz="850">
                <a:solidFill>
                  <a:srgbClr val="FFFFFF"/>
                </a:solidFill>
                <a:latin typeface="Helvetica Neue"/>
                <a:ea typeface="Helvetica Neue"/>
                <a:cs typeface="Helvetica Neue"/>
                <a:sym typeface="Helvetica Neue"/>
              </a:rPr>
              <a:t>RGB: 157, 83, 48</a:t>
            </a:r>
            <a:endParaRPr sz="850">
              <a:solidFill>
                <a:srgbClr val="FFFFFF"/>
              </a:solidFill>
              <a:latin typeface="Helvetica Neue"/>
              <a:ea typeface="Helvetica Neue"/>
              <a:cs typeface="Helvetica Neue"/>
              <a:sym typeface="Helvetica Neue"/>
            </a:endParaRPr>
          </a:p>
        </p:txBody>
      </p:sp>
      <p:sp>
        <p:nvSpPr>
          <p:cNvPr id="221" name="Google Shape;221;p26"/>
          <p:cNvSpPr txBox="1"/>
          <p:nvPr/>
        </p:nvSpPr>
        <p:spPr>
          <a:xfrm>
            <a:off x="3456300" y="3120003"/>
            <a:ext cx="2231400" cy="465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850">
                <a:solidFill>
                  <a:schemeClr val="dk1"/>
                </a:solidFill>
                <a:latin typeface="Helvetica Neue"/>
                <a:ea typeface="Helvetica Neue"/>
                <a:cs typeface="Helvetica Neue"/>
                <a:sym typeface="Helvetica Neue"/>
              </a:rPr>
              <a:t>Light Grey</a:t>
            </a:r>
            <a:endParaRPr sz="850">
              <a:solidFill>
                <a:schemeClr val="dk1"/>
              </a:solidFill>
              <a:latin typeface="Helvetica Neue"/>
              <a:ea typeface="Helvetica Neue"/>
              <a:cs typeface="Helvetica Neue"/>
              <a:sym typeface="Helvetica Neue"/>
            </a:endParaRPr>
          </a:p>
          <a:p>
            <a:pPr marL="0" lvl="0" indent="0" algn="l" rtl="0">
              <a:lnSpc>
                <a:spcPct val="115000"/>
              </a:lnSpc>
              <a:spcBef>
                <a:spcPts val="0"/>
              </a:spcBef>
              <a:spcAft>
                <a:spcPts val="0"/>
              </a:spcAft>
              <a:buNone/>
            </a:pPr>
            <a:r>
              <a:rPr lang="en-GB" sz="850">
                <a:solidFill>
                  <a:schemeClr val="dk1"/>
                </a:solidFill>
                <a:latin typeface="Helvetica Neue"/>
                <a:ea typeface="Helvetica Neue"/>
                <a:cs typeface="Helvetica Neue"/>
                <a:sym typeface="Helvetica Neue"/>
              </a:rPr>
              <a:t>RGB: 210, 210, 210</a:t>
            </a:r>
            <a:endParaRPr sz="850">
              <a:solidFill>
                <a:srgbClr val="FFFFFF"/>
              </a:solidFill>
              <a:latin typeface="Helvetica Neue"/>
              <a:ea typeface="Helvetica Neue"/>
              <a:cs typeface="Helvetica Neue"/>
              <a:sym typeface="Helvetica Neue"/>
            </a:endParaRPr>
          </a:p>
        </p:txBody>
      </p:sp>
      <p:sp>
        <p:nvSpPr>
          <p:cNvPr id="222" name="Google Shape;222;p26"/>
          <p:cNvSpPr txBox="1"/>
          <p:nvPr/>
        </p:nvSpPr>
        <p:spPr>
          <a:xfrm>
            <a:off x="5832600" y="1080003"/>
            <a:ext cx="2231400" cy="465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850">
                <a:solidFill>
                  <a:srgbClr val="FFFFFF"/>
                </a:solidFill>
                <a:latin typeface="Helvetica Neue"/>
                <a:ea typeface="Helvetica Neue"/>
                <a:cs typeface="Helvetica Neue"/>
                <a:sym typeface="Helvetica Neue"/>
              </a:rPr>
              <a:t>Dark Brown (PANTONE 4975 C)</a:t>
            </a:r>
            <a:endParaRPr sz="850">
              <a:solidFill>
                <a:srgbClr val="FFFFFF"/>
              </a:solidFill>
              <a:latin typeface="Helvetica Neue"/>
              <a:ea typeface="Helvetica Neue"/>
              <a:cs typeface="Helvetica Neue"/>
              <a:sym typeface="Helvetica Neue"/>
            </a:endParaRPr>
          </a:p>
          <a:p>
            <a:pPr marL="0" lvl="0" indent="0" algn="l" rtl="0">
              <a:lnSpc>
                <a:spcPct val="115000"/>
              </a:lnSpc>
              <a:spcBef>
                <a:spcPts val="0"/>
              </a:spcBef>
              <a:spcAft>
                <a:spcPts val="0"/>
              </a:spcAft>
              <a:buNone/>
            </a:pPr>
            <a:r>
              <a:rPr lang="en-GB" sz="850">
                <a:solidFill>
                  <a:srgbClr val="FFFFFF"/>
                </a:solidFill>
                <a:latin typeface="Helvetica Neue"/>
                <a:ea typeface="Helvetica Neue"/>
                <a:cs typeface="Helvetica Neue"/>
                <a:sym typeface="Helvetica Neue"/>
              </a:rPr>
              <a:t>RGB: 64, 32, 35</a:t>
            </a:r>
            <a:endParaRPr sz="850">
              <a:solidFill>
                <a:srgbClr val="FFFFFF"/>
              </a:solidFill>
              <a:latin typeface="Helvetica Neue"/>
              <a:ea typeface="Helvetica Neue"/>
              <a:cs typeface="Helvetica Neue"/>
              <a:sym typeface="Helvetica Neue"/>
            </a:endParaRPr>
          </a:p>
        </p:txBody>
      </p:sp>
      <p:sp>
        <p:nvSpPr>
          <p:cNvPr id="223" name="Google Shape;223;p26"/>
          <p:cNvSpPr txBox="1"/>
          <p:nvPr/>
        </p:nvSpPr>
        <p:spPr>
          <a:xfrm>
            <a:off x="5832600" y="2100003"/>
            <a:ext cx="2231400" cy="465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850">
                <a:solidFill>
                  <a:schemeClr val="dk1"/>
                </a:solidFill>
                <a:latin typeface="Helvetica Neue"/>
                <a:ea typeface="Helvetica Neue"/>
                <a:cs typeface="Helvetica Neue"/>
                <a:sym typeface="Helvetica Neue"/>
              </a:rPr>
              <a:t>Lilac (PANTONE 2092 C)</a:t>
            </a:r>
            <a:endParaRPr sz="850">
              <a:solidFill>
                <a:schemeClr val="dk1"/>
              </a:solidFill>
              <a:latin typeface="Helvetica Neue"/>
              <a:ea typeface="Helvetica Neue"/>
              <a:cs typeface="Helvetica Neue"/>
              <a:sym typeface="Helvetica Neue"/>
            </a:endParaRPr>
          </a:p>
          <a:p>
            <a:pPr marL="0" lvl="0" indent="0" algn="l" rtl="0">
              <a:lnSpc>
                <a:spcPct val="115000"/>
              </a:lnSpc>
              <a:spcBef>
                <a:spcPts val="0"/>
              </a:spcBef>
              <a:spcAft>
                <a:spcPts val="0"/>
              </a:spcAft>
              <a:buNone/>
            </a:pPr>
            <a:r>
              <a:rPr lang="en-GB" sz="850">
                <a:solidFill>
                  <a:schemeClr val="dk1"/>
                </a:solidFill>
                <a:latin typeface="Helvetica Neue"/>
                <a:ea typeface="Helvetica Neue"/>
                <a:cs typeface="Helvetica Neue"/>
                <a:sym typeface="Helvetica Neue"/>
              </a:rPr>
              <a:t>RGB: 183, 172, 214</a:t>
            </a:r>
            <a:endParaRPr sz="850">
              <a:solidFill>
                <a:srgbClr val="FFFFFF"/>
              </a:solidFill>
              <a:latin typeface="Helvetica Neue"/>
              <a:ea typeface="Helvetica Neue"/>
              <a:cs typeface="Helvetica Neue"/>
              <a:sym typeface="Helvetica Neue"/>
            </a:endParaRPr>
          </a:p>
        </p:txBody>
      </p:sp>
      <p:sp>
        <p:nvSpPr>
          <p:cNvPr id="224" name="Google Shape;224;p26"/>
          <p:cNvSpPr txBox="1"/>
          <p:nvPr/>
        </p:nvSpPr>
        <p:spPr>
          <a:xfrm>
            <a:off x="5832600" y="3120003"/>
            <a:ext cx="2231400" cy="465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GB" sz="850">
                <a:solidFill>
                  <a:schemeClr val="dk1"/>
                </a:solidFill>
                <a:latin typeface="Helvetica Neue"/>
                <a:ea typeface="Helvetica Neue"/>
                <a:cs typeface="Helvetica Neue"/>
                <a:sym typeface="Helvetica Neue"/>
              </a:rPr>
              <a:t>Yellow (PANTONE 0131 U)</a:t>
            </a:r>
            <a:endParaRPr sz="850">
              <a:solidFill>
                <a:schemeClr val="dk1"/>
              </a:solidFill>
              <a:latin typeface="Helvetica Neue"/>
              <a:ea typeface="Helvetica Neue"/>
              <a:cs typeface="Helvetica Neue"/>
              <a:sym typeface="Helvetica Neue"/>
            </a:endParaRPr>
          </a:p>
          <a:p>
            <a:pPr marL="0" lvl="0" indent="0" algn="l" rtl="0">
              <a:lnSpc>
                <a:spcPct val="115000"/>
              </a:lnSpc>
              <a:spcBef>
                <a:spcPts val="0"/>
              </a:spcBef>
              <a:spcAft>
                <a:spcPts val="0"/>
              </a:spcAft>
              <a:buNone/>
            </a:pPr>
            <a:r>
              <a:rPr lang="en-GB" sz="850">
                <a:solidFill>
                  <a:schemeClr val="dk1"/>
                </a:solidFill>
                <a:latin typeface="Helvetica Neue"/>
                <a:ea typeface="Helvetica Neue"/>
                <a:cs typeface="Helvetica Neue"/>
                <a:sym typeface="Helvetica Neue"/>
              </a:rPr>
              <a:t>RGB: 251, 245, 155</a:t>
            </a:r>
            <a:endParaRPr sz="850">
              <a:solidFill>
                <a:schemeClr val="dk1"/>
              </a:solidFill>
              <a:latin typeface="Helvetica Neue"/>
              <a:ea typeface="Helvetica Neue"/>
              <a:cs typeface="Helvetica Neue"/>
              <a:sym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7"/>
          <p:cNvSpPr txBox="1">
            <a:spLocks noGrp="1"/>
          </p:cNvSpPr>
          <p:nvPr>
            <p:ph type="subTitle" idx="1"/>
          </p:nvPr>
        </p:nvSpPr>
        <p:spPr>
          <a:xfrm>
            <a:off x="2516850" y="4015575"/>
            <a:ext cx="4110300" cy="4926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GB"/>
              <a:t>Thank You!</a:t>
            </a:r>
            <a:endParaRPr/>
          </a:p>
        </p:txBody>
      </p:sp>
      <p:sp>
        <p:nvSpPr>
          <p:cNvPr id="230" name="Google Shape;230;p27"/>
          <p:cNvSpPr txBox="1">
            <a:spLocks noGrp="1"/>
          </p:cNvSpPr>
          <p:nvPr>
            <p:ph type="sldNum" idx="12"/>
          </p:nvPr>
        </p:nvSpPr>
        <p:spPr>
          <a:xfrm>
            <a:off x="8113758" y="4740600"/>
            <a:ext cx="852900" cy="276900"/>
          </a:xfrm>
          <a:prstGeom prst="rect">
            <a:avLst/>
          </a:prstGeom>
        </p:spPr>
        <p:txBody>
          <a:bodyPr spcFirstLastPara="1" wrap="square" lIns="91425" tIns="91425" rIns="91425" bIns="91425" anchor="ctr" anchorCtr="0">
            <a:spAutoFit/>
          </a:bodyPr>
          <a:lstStyle/>
          <a:p>
            <a:pPr marL="0" lvl="0" indent="0" algn="r" rtl="0">
              <a:spcBef>
                <a:spcPts val="0"/>
              </a:spcBef>
              <a:spcAft>
                <a:spcPts val="0"/>
              </a:spcAft>
              <a:buNone/>
            </a:pPr>
            <a:fld id="{00000000-1234-1234-1234-123412341234}" type="slidenum">
              <a:rPr lang="en-GB"/>
              <a:t>10</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313</Words>
  <Application>Microsoft Office PowerPoint</Application>
  <PresentationFormat>画面に合わせる (16:9)</PresentationFormat>
  <Paragraphs>79</Paragraphs>
  <Slides>10</Slides>
  <Notes>10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10</vt:i4>
      </vt:variant>
    </vt:vector>
  </HeadingPairs>
  <TitlesOfParts>
    <vt:vector size="15" baseType="lpstr">
      <vt:lpstr>Helvetica Neue Light</vt:lpstr>
      <vt:lpstr>Inter Light</vt:lpstr>
      <vt:lpstr>Arial</vt:lpstr>
      <vt:lpstr>Helvetica Neue</vt:lpstr>
      <vt:lpstr>Simple Light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Subtitle</vt:lpstr>
      <vt:lpstr>Click to add Quote</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石川 孝幸</dc:creator>
  <cp:lastModifiedBy>孝幸 石川</cp:lastModifiedBy>
  <cp:revision>1</cp:revision>
  <dcterms:modified xsi:type="dcterms:W3CDTF">2026-06-09T08:29:43Z</dcterms:modified>
</cp:coreProperties>
</file>